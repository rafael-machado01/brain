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384" cy="601370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9264"/>
            <a:ext cx="2506979" cy="58171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4371" y="772667"/>
            <a:ext cx="1237615" cy="6010910"/>
          </a:xfrm>
          <a:custGeom>
            <a:avLst/>
            <a:gdLst/>
            <a:ahLst/>
            <a:cxnLst/>
            <a:rect l="l" t="t" r="r" b="b"/>
            <a:pathLst>
              <a:path w="1237615" h="6010909">
                <a:moveTo>
                  <a:pt x="433451" y="3849763"/>
                </a:moveTo>
                <a:lnTo>
                  <a:pt x="430225" y="3811841"/>
                </a:lnTo>
                <a:lnTo>
                  <a:pt x="425399" y="3762959"/>
                </a:lnTo>
                <a:lnTo>
                  <a:pt x="420839" y="3714356"/>
                </a:lnTo>
                <a:lnTo>
                  <a:pt x="417588" y="3666756"/>
                </a:lnTo>
                <a:lnTo>
                  <a:pt x="417588" y="3633228"/>
                </a:lnTo>
                <a:lnTo>
                  <a:pt x="406539" y="3583571"/>
                </a:lnTo>
                <a:lnTo>
                  <a:pt x="395719" y="3534041"/>
                </a:lnTo>
                <a:lnTo>
                  <a:pt x="385102" y="3484626"/>
                </a:lnTo>
                <a:lnTo>
                  <a:pt x="374700" y="3435299"/>
                </a:lnTo>
                <a:lnTo>
                  <a:pt x="364413" y="3385616"/>
                </a:lnTo>
                <a:lnTo>
                  <a:pt x="354495" y="3336823"/>
                </a:lnTo>
                <a:lnTo>
                  <a:pt x="344690" y="3287661"/>
                </a:lnTo>
                <a:lnTo>
                  <a:pt x="335102" y="3238512"/>
                </a:lnTo>
                <a:lnTo>
                  <a:pt x="325691" y="3189351"/>
                </a:lnTo>
                <a:lnTo>
                  <a:pt x="316484" y="3140189"/>
                </a:lnTo>
                <a:lnTo>
                  <a:pt x="307467" y="3090976"/>
                </a:lnTo>
                <a:lnTo>
                  <a:pt x="298640" y="3041726"/>
                </a:lnTo>
                <a:lnTo>
                  <a:pt x="290004" y="2992386"/>
                </a:lnTo>
                <a:lnTo>
                  <a:pt x="281546" y="2942971"/>
                </a:lnTo>
                <a:lnTo>
                  <a:pt x="273278" y="2893441"/>
                </a:lnTo>
                <a:lnTo>
                  <a:pt x="265188" y="2843796"/>
                </a:lnTo>
                <a:lnTo>
                  <a:pt x="257022" y="2794889"/>
                </a:lnTo>
                <a:lnTo>
                  <a:pt x="248996" y="2746032"/>
                </a:lnTo>
                <a:lnTo>
                  <a:pt x="241109" y="2697188"/>
                </a:lnTo>
                <a:lnTo>
                  <a:pt x="233349" y="2648381"/>
                </a:lnTo>
                <a:lnTo>
                  <a:pt x="225729" y="2599575"/>
                </a:lnTo>
                <a:lnTo>
                  <a:pt x="218236" y="2550757"/>
                </a:lnTo>
                <a:lnTo>
                  <a:pt x="210870" y="2501950"/>
                </a:lnTo>
                <a:lnTo>
                  <a:pt x="203631" y="2453106"/>
                </a:lnTo>
                <a:lnTo>
                  <a:pt x="196532" y="2404249"/>
                </a:lnTo>
                <a:lnTo>
                  <a:pt x="189560" y="2355354"/>
                </a:lnTo>
                <a:lnTo>
                  <a:pt x="182702" y="2306409"/>
                </a:lnTo>
                <a:lnTo>
                  <a:pt x="175971" y="2257399"/>
                </a:lnTo>
                <a:lnTo>
                  <a:pt x="169367" y="2208339"/>
                </a:lnTo>
                <a:lnTo>
                  <a:pt x="162890" y="2159203"/>
                </a:lnTo>
                <a:lnTo>
                  <a:pt x="156527" y="2109990"/>
                </a:lnTo>
                <a:lnTo>
                  <a:pt x="150279" y="2060676"/>
                </a:lnTo>
                <a:lnTo>
                  <a:pt x="144157" y="2011260"/>
                </a:lnTo>
                <a:lnTo>
                  <a:pt x="138163" y="1961743"/>
                </a:lnTo>
                <a:lnTo>
                  <a:pt x="132270" y="1912099"/>
                </a:lnTo>
                <a:lnTo>
                  <a:pt x="126504" y="1862340"/>
                </a:lnTo>
                <a:lnTo>
                  <a:pt x="120561" y="1810829"/>
                </a:lnTo>
                <a:lnTo>
                  <a:pt x="114769" y="1759292"/>
                </a:lnTo>
                <a:lnTo>
                  <a:pt x="109131" y="1707718"/>
                </a:lnTo>
                <a:lnTo>
                  <a:pt x="103632" y="1656118"/>
                </a:lnTo>
                <a:lnTo>
                  <a:pt x="98285" y="1604492"/>
                </a:lnTo>
                <a:lnTo>
                  <a:pt x="93091" y="1552816"/>
                </a:lnTo>
                <a:lnTo>
                  <a:pt x="88036" y="1501089"/>
                </a:lnTo>
                <a:lnTo>
                  <a:pt x="83121" y="1449336"/>
                </a:lnTo>
                <a:lnTo>
                  <a:pt x="78346" y="1397533"/>
                </a:lnTo>
                <a:lnTo>
                  <a:pt x="73723" y="1345666"/>
                </a:lnTo>
                <a:lnTo>
                  <a:pt x="69227" y="1293761"/>
                </a:lnTo>
                <a:lnTo>
                  <a:pt x="64871" y="1241806"/>
                </a:lnTo>
                <a:lnTo>
                  <a:pt x="60642" y="1189786"/>
                </a:lnTo>
                <a:lnTo>
                  <a:pt x="56565" y="1137704"/>
                </a:lnTo>
                <a:lnTo>
                  <a:pt x="52603" y="1085557"/>
                </a:lnTo>
                <a:lnTo>
                  <a:pt x="48793" y="1033348"/>
                </a:lnTo>
                <a:lnTo>
                  <a:pt x="45097" y="981075"/>
                </a:lnTo>
                <a:lnTo>
                  <a:pt x="41541" y="928725"/>
                </a:lnTo>
                <a:lnTo>
                  <a:pt x="38112" y="876300"/>
                </a:lnTo>
                <a:lnTo>
                  <a:pt x="35407" y="827379"/>
                </a:lnTo>
                <a:lnTo>
                  <a:pt x="32778" y="778459"/>
                </a:lnTo>
                <a:lnTo>
                  <a:pt x="30200" y="729500"/>
                </a:lnTo>
                <a:lnTo>
                  <a:pt x="20104" y="533336"/>
                </a:lnTo>
                <a:lnTo>
                  <a:pt x="17526" y="484162"/>
                </a:lnTo>
                <a:lnTo>
                  <a:pt x="14897" y="434911"/>
                </a:lnTo>
                <a:lnTo>
                  <a:pt x="12192" y="385572"/>
                </a:lnTo>
                <a:lnTo>
                  <a:pt x="10998" y="337134"/>
                </a:lnTo>
                <a:lnTo>
                  <a:pt x="8445" y="240804"/>
                </a:lnTo>
                <a:lnTo>
                  <a:pt x="7239" y="192786"/>
                </a:lnTo>
                <a:lnTo>
                  <a:pt x="6184" y="144780"/>
                </a:lnTo>
                <a:lnTo>
                  <a:pt x="5334" y="96685"/>
                </a:lnTo>
                <a:lnTo>
                  <a:pt x="4775" y="48450"/>
                </a:lnTo>
                <a:lnTo>
                  <a:pt x="4572" y="0"/>
                </a:lnTo>
                <a:lnTo>
                  <a:pt x="0" y="0"/>
                </a:lnTo>
                <a:lnTo>
                  <a:pt x="203" y="48450"/>
                </a:lnTo>
                <a:lnTo>
                  <a:pt x="723" y="96685"/>
                </a:lnTo>
                <a:lnTo>
                  <a:pt x="1447" y="144780"/>
                </a:lnTo>
                <a:lnTo>
                  <a:pt x="3136" y="240804"/>
                </a:lnTo>
                <a:lnTo>
                  <a:pt x="3860" y="288899"/>
                </a:lnTo>
                <a:lnTo>
                  <a:pt x="4381" y="337134"/>
                </a:lnTo>
                <a:lnTo>
                  <a:pt x="4572" y="385572"/>
                </a:lnTo>
                <a:lnTo>
                  <a:pt x="6781" y="434911"/>
                </a:lnTo>
                <a:lnTo>
                  <a:pt x="8864" y="484162"/>
                </a:lnTo>
                <a:lnTo>
                  <a:pt x="12941" y="582752"/>
                </a:lnTo>
                <a:lnTo>
                  <a:pt x="15049" y="632079"/>
                </a:lnTo>
                <a:lnTo>
                  <a:pt x="17310" y="681520"/>
                </a:lnTo>
                <a:lnTo>
                  <a:pt x="19761" y="731075"/>
                </a:lnTo>
                <a:lnTo>
                  <a:pt x="22479" y="780796"/>
                </a:lnTo>
                <a:lnTo>
                  <a:pt x="25527" y="830719"/>
                </a:lnTo>
                <a:lnTo>
                  <a:pt x="28956" y="880872"/>
                </a:lnTo>
                <a:lnTo>
                  <a:pt x="31902" y="932637"/>
                </a:lnTo>
                <a:lnTo>
                  <a:pt x="34950" y="984440"/>
                </a:lnTo>
                <a:lnTo>
                  <a:pt x="38112" y="1036294"/>
                </a:lnTo>
                <a:lnTo>
                  <a:pt x="41389" y="1088174"/>
                </a:lnTo>
                <a:lnTo>
                  <a:pt x="44805" y="1140079"/>
                </a:lnTo>
                <a:lnTo>
                  <a:pt x="48348" y="1192009"/>
                </a:lnTo>
                <a:lnTo>
                  <a:pt x="52044" y="1243965"/>
                </a:lnTo>
                <a:lnTo>
                  <a:pt x="55880" y="1295933"/>
                </a:lnTo>
                <a:lnTo>
                  <a:pt x="59867" y="1347901"/>
                </a:lnTo>
                <a:lnTo>
                  <a:pt x="64020" y="1399882"/>
                </a:lnTo>
                <a:lnTo>
                  <a:pt x="68338" y="1451851"/>
                </a:lnTo>
                <a:lnTo>
                  <a:pt x="72821" y="1503819"/>
                </a:lnTo>
                <a:lnTo>
                  <a:pt x="77508" y="1555775"/>
                </a:lnTo>
                <a:lnTo>
                  <a:pt x="82372" y="1607705"/>
                </a:lnTo>
                <a:lnTo>
                  <a:pt x="87426" y="1659610"/>
                </a:lnTo>
                <a:lnTo>
                  <a:pt x="92684" y="1711490"/>
                </a:lnTo>
                <a:lnTo>
                  <a:pt x="98145" y="1763344"/>
                </a:lnTo>
                <a:lnTo>
                  <a:pt x="103835" y="1815147"/>
                </a:lnTo>
                <a:lnTo>
                  <a:pt x="109740" y="1866912"/>
                </a:lnTo>
                <a:lnTo>
                  <a:pt x="115100" y="1918627"/>
                </a:lnTo>
                <a:lnTo>
                  <a:pt x="120624" y="1970328"/>
                </a:lnTo>
                <a:lnTo>
                  <a:pt x="126314" y="2022017"/>
                </a:lnTo>
                <a:lnTo>
                  <a:pt x="132156" y="2073681"/>
                </a:lnTo>
                <a:lnTo>
                  <a:pt x="138163" y="2125319"/>
                </a:lnTo>
                <a:lnTo>
                  <a:pt x="144335" y="2176957"/>
                </a:lnTo>
                <a:lnTo>
                  <a:pt x="150672" y="2228583"/>
                </a:lnTo>
                <a:lnTo>
                  <a:pt x="157175" y="2280208"/>
                </a:lnTo>
                <a:lnTo>
                  <a:pt x="163855" y="2331821"/>
                </a:lnTo>
                <a:lnTo>
                  <a:pt x="170713" y="2383447"/>
                </a:lnTo>
                <a:lnTo>
                  <a:pt x="177749" y="2435060"/>
                </a:lnTo>
                <a:lnTo>
                  <a:pt x="184975" y="2486685"/>
                </a:lnTo>
                <a:lnTo>
                  <a:pt x="192379" y="2538311"/>
                </a:lnTo>
                <a:lnTo>
                  <a:pt x="199961" y="2589949"/>
                </a:lnTo>
                <a:lnTo>
                  <a:pt x="207733" y="2641587"/>
                </a:lnTo>
                <a:lnTo>
                  <a:pt x="215709" y="2693251"/>
                </a:lnTo>
                <a:lnTo>
                  <a:pt x="223875" y="2744940"/>
                </a:lnTo>
                <a:lnTo>
                  <a:pt x="232232" y="2796641"/>
                </a:lnTo>
                <a:lnTo>
                  <a:pt x="240804" y="2848368"/>
                </a:lnTo>
                <a:lnTo>
                  <a:pt x="248437" y="2897479"/>
                </a:lnTo>
                <a:lnTo>
                  <a:pt x="256247" y="2946527"/>
                </a:lnTo>
                <a:lnTo>
                  <a:pt x="264236" y="2995511"/>
                </a:lnTo>
                <a:lnTo>
                  <a:pt x="272415" y="3044444"/>
                </a:lnTo>
                <a:lnTo>
                  <a:pt x="280758" y="3093326"/>
                </a:lnTo>
                <a:lnTo>
                  <a:pt x="289267" y="3142145"/>
                </a:lnTo>
                <a:lnTo>
                  <a:pt x="297954" y="3190925"/>
                </a:lnTo>
                <a:lnTo>
                  <a:pt x="306806" y="3239655"/>
                </a:lnTo>
                <a:lnTo>
                  <a:pt x="315823" y="3288347"/>
                </a:lnTo>
                <a:lnTo>
                  <a:pt x="325005" y="3337001"/>
                </a:lnTo>
                <a:lnTo>
                  <a:pt x="334416" y="3386036"/>
                </a:lnTo>
                <a:lnTo>
                  <a:pt x="343827" y="3434194"/>
                </a:lnTo>
                <a:lnTo>
                  <a:pt x="353479" y="3482759"/>
                </a:lnTo>
                <a:lnTo>
                  <a:pt x="363283" y="3531298"/>
                </a:lnTo>
                <a:lnTo>
                  <a:pt x="373240" y="3579812"/>
                </a:lnTo>
                <a:lnTo>
                  <a:pt x="383349" y="3628313"/>
                </a:lnTo>
                <a:lnTo>
                  <a:pt x="393598" y="3676789"/>
                </a:lnTo>
                <a:lnTo>
                  <a:pt x="403987" y="3725265"/>
                </a:lnTo>
                <a:lnTo>
                  <a:pt x="414528" y="3773728"/>
                </a:lnTo>
                <a:lnTo>
                  <a:pt x="425208" y="3822204"/>
                </a:lnTo>
                <a:lnTo>
                  <a:pt x="428561" y="3831361"/>
                </a:lnTo>
                <a:lnTo>
                  <a:pt x="431495" y="3840683"/>
                </a:lnTo>
                <a:lnTo>
                  <a:pt x="433451" y="3849763"/>
                </a:lnTo>
                <a:close/>
              </a:path>
              <a:path w="1237615" h="6010909">
                <a:moveTo>
                  <a:pt x="539508" y="1130808"/>
                </a:moveTo>
                <a:lnTo>
                  <a:pt x="534936" y="1130808"/>
                </a:lnTo>
                <a:lnTo>
                  <a:pt x="525932" y="1182814"/>
                </a:lnTo>
                <a:lnTo>
                  <a:pt x="517220" y="1234821"/>
                </a:lnTo>
                <a:lnTo>
                  <a:pt x="508787" y="1286827"/>
                </a:lnTo>
                <a:lnTo>
                  <a:pt x="500646" y="1338834"/>
                </a:lnTo>
                <a:lnTo>
                  <a:pt x="492785" y="1390840"/>
                </a:lnTo>
                <a:lnTo>
                  <a:pt x="485216" y="1442847"/>
                </a:lnTo>
                <a:lnTo>
                  <a:pt x="477926" y="1494853"/>
                </a:lnTo>
                <a:lnTo>
                  <a:pt x="470928" y="1546860"/>
                </a:lnTo>
                <a:lnTo>
                  <a:pt x="464845" y="1598803"/>
                </a:lnTo>
                <a:lnTo>
                  <a:pt x="459130" y="1650644"/>
                </a:lnTo>
                <a:lnTo>
                  <a:pt x="453745" y="1702409"/>
                </a:lnTo>
                <a:lnTo>
                  <a:pt x="448627" y="1754124"/>
                </a:lnTo>
                <a:lnTo>
                  <a:pt x="443725" y="1805851"/>
                </a:lnTo>
                <a:lnTo>
                  <a:pt x="438988" y="1857616"/>
                </a:lnTo>
                <a:lnTo>
                  <a:pt x="434352" y="1909457"/>
                </a:lnTo>
                <a:lnTo>
                  <a:pt x="429768" y="1961388"/>
                </a:lnTo>
                <a:lnTo>
                  <a:pt x="425272" y="2011083"/>
                </a:lnTo>
                <a:lnTo>
                  <a:pt x="421043" y="2060663"/>
                </a:lnTo>
                <a:lnTo>
                  <a:pt x="417080" y="2110155"/>
                </a:lnTo>
                <a:lnTo>
                  <a:pt x="413537" y="2157666"/>
                </a:lnTo>
                <a:lnTo>
                  <a:pt x="410121" y="2206879"/>
                </a:lnTo>
                <a:lnTo>
                  <a:pt x="406844" y="2258174"/>
                </a:lnTo>
                <a:lnTo>
                  <a:pt x="403974" y="2307425"/>
                </a:lnTo>
                <a:lnTo>
                  <a:pt x="401370" y="2356650"/>
                </a:lnTo>
                <a:lnTo>
                  <a:pt x="399034" y="2405862"/>
                </a:lnTo>
                <a:lnTo>
                  <a:pt x="396976" y="2455087"/>
                </a:lnTo>
                <a:lnTo>
                  <a:pt x="395173" y="2504338"/>
                </a:lnTo>
                <a:lnTo>
                  <a:pt x="393649" y="2553614"/>
                </a:lnTo>
                <a:lnTo>
                  <a:pt x="392391" y="2602954"/>
                </a:lnTo>
                <a:lnTo>
                  <a:pt x="391414" y="2652357"/>
                </a:lnTo>
                <a:lnTo>
                  <a:pt x="390715" y="2701848"/>
                </a:lnTo>
                <a:lnTo>
                  <a:pt x="390296" y="2751378"/>
                </a:lnTo>
                <a:lnTo>
                  <a:pt x="390144" y="2801112"/>
                </a:lnTo>
                <a:lnTo>
                  <a:pt x="389699" y="2850604"/>
                </a:lnTo>
                <a:lnTo>
                  <a:pt x="389623" y="2956445"/>
                </a:lnTo>
                <a:lnTo>
                  <a:pt x="389915" y="2999638"/>
                </a:lnTo>
                <a:lnTo>
                  <a:pt x="390512" y="3049486"/>
                </a:lnTo>
                <a:lnTo>
                  <a:pt x="391388" y="3099409"/>
                </a:lnTo>
                <a:lnTo>
                  <a:pt x="392531" y="3149409"/>
                </a:lnTo>
                <a:lnTo>
                  <a:pt x="393954" y="3199447"/>
                </a:lnTo>
                <a:lnTo>
                  <a:pt x="395681" y="3249561"/>
                </a:lnTo>
                <a:lnTo>
                  <a:pt x="397675" y="3299701"/>
                </a:lnTo>
                <a:lnTo>
                  <a:pt x="399986" y="3349891"/>
                </a:lnTo>
                <a:lnTo>
                  <a:pt x="402577" y="3400120"/>
                </a:lnTo>
                <a:lnTo>
                  <a:pt x="405485" y="3450374"/>
                </a:lnTo>
                <a:lnTo>
                  <a:pt x="408698" y="3500640"/>
                </a:lnTo>
                <a:lnTo>
                  <a:pt x="412216" y="3550932"/>
                </a:lnTo>
                <a:lnTo>
                  <a:pt x="416052" y="3601212"/>
                </a:lnTo>
                <a:lnTo>
                  <a:pt x="426085" y="3646271"/>
                </a:lnTo>
                <a:lnTo>
                  <a:pt x="435673" y="3691890"/>
                </a:lnTo>
                <a:lnTo>
                  <a:pt x="444995" y="3737521"/>
                </a:lnTo>
                <a:lnTo>
                  <a:pt x="454152" y="3782568"/>
                </a:lnTo>
                <a:lnTo>
                  <a:pt x="458724" y="3785616"/>
                </a:lnTo>
                <a:lnTo>
                  <a:pt x="449199" y="3710178"/>
                </a:lnTo>
                <a:lnTo>
                  <a:pt x="441960" y="3634740"/>
                </a:lnTo>
                <a:lnTo>
                  <a:pt x="438073" y="3582200"/>
                </a:lnTo>
                <a:lnTo>
                  <a:pt x="434403" y="3529736"/>
                </a:lnTo>
                <a:lnTo>
                  <a:pt x="430949" y="3477323"/>
                </a:lnTo>
                <a:lnTo>
                  <a:pt x="427723" y="3424986"/>
                </a:lnTo>
                <a:lnTo>
                  <a:pt x="424738" y="3372701"/>
                </a:lnTo>
                <a:lnTo>
                  <a:pt x="421982" y="3320478"/>
                </a:lnTo>
                <a:lnTo>
                  <a:pt x="419468" y="3268319"/>
                </a:lnTo>
                <a:lnTo>
                  <a:pt x="417195" y="3216211"/>
                </a:lnTo>
                <a:lnTo>
                  <a:pt x="415188" y="3164167"/>
                </a:lnTo>
                <a:lnTo>
                  <a:pt x="413423" y="3112160"/>
                </a:lnTo>
                <a:lnTo>
                  <a:pt x="411911" y="3060217"/>
                </a:lnTo>
                <a:lnTo>
                  <a:pt x="410679" y="3008312"/>
                </a:lnTo>
                <a:lnTo>
                  <a:pt x="409702" y="2956445"/>
                </a:lnTo>
                <a:lnTo>
                  <a:pt x="409003" y="2904629"/>
                </a:lnTo>
                <a:lnTo>
                  <a:pt x="408584" y="2852851"/>
                </a:lnTo>
                <a:lnTo>
                  <a:pt x="408559" y="2751378"/>
                </a:lnTo>
                <a:lnTo>
                  <a:pt x="408940" y="2701671"/>
                </a:lnTo>
                <a:lnTo>
                  <a:pt x="409562" y="2652001"/>
                </a:lnTo>
                <a:lnTo>
                  <a:pt x="410438" y="2602369"/>
                </a:lnTo>
                <a:lnTo>
                  <a:pt x="411543" y="2552776"/>
                </a:lnTo>
                <a:lnTo>
                  <a:pt x="412889" y="2503233"/>
                </a:lnTo>
                <a:lnTo>
                  <a:pt x="414477" y="2453716"/>
                </a:lnTo>
                <a:lnTo>
                  <a:pt x="416280" y="2404262"/>
                </a:lnTo>
                <a:lnTo>
                  <a:pt x="418325" y="2354834"/>
                </a:lnTo>
                <a:lnTo>
                  <a:pt x="420573" y="2305469"/>
                </a:lnTo>
                <a:lnTo>
                  <a:pt x="423037" y="2256155"/>
                </a:lnTo>
                <a:lnTo>
                  <a:pt x="425704" y="2206879"/>
                </a:lnTo>
                <a:lnTo>
                  <a:pt x="428586" y="2157666"/>
                </a:lnTo>
                <a:lnTo>
                  <a:pt x="431647" y="2108517"/>
                </a:lnTo>
                <a:lnTo>
                  <a:pt x="434911" y="2059419"/>
                </a:lnTo>
                <a:lnTo>
                  <a:pt x="438353" y="2010371"/>
                </a:lnTo>
                <a:lnTo>
                  <a:pt x="441960" y="1961388"/>
                </a:lnTo>
                <a:lnTo>
                  <a:pt x="445541" y="1909457"/>
                </a:lnTo>
                <a:lnTo>
                  <a:pt x="449414" y="1857616"/>
                </a:lnTo>
                <a:lnTo>
                  <a:pt x="453618" y="1805851"/>
                </a:lnTo>
                <a:lnTo>
                  <a:pt x="458152" y="1754124"/>
                </a:lnTo>
                <a:lnTo>
                  <a:pt x="463054" y="1702409"/>
                </a:lnTo>
                <a:lnTo>
                  <a:pt x="468325" y="1650644"/>
                </a:lnTo>
                <a:lnTo>
                  <a:pt x="473989" y="1598803"/>
                </a:lnTo>
                <a:lnTo>
                  <a:pt x="480072" y="1546860"/>
                </a:lnTo>
                <a:lnTo>
                  <a:pt x="486371" y="1494853"/>
                </a:lnTo>
                <a:lnTo>
                  <a:pt x="492785" y="1442847"/>
                </a:lnTo>
                <a:lnTo>
                  <a:pt x="499402" y="1390840"/>
                </a:lnTo>
                <a:lnTo>
                  <a:pt x="506361" y="1338834"/>
                </a:lnTo>
                <a:lnTo>
                  <a:pt x="513727" y="1286827"/>
                </a:lnTo>
                <a:lnTo>
                  <a:pt x="521639" y="1234821"/>
                </a:lnTo>
                <a:lnTo>
                  <a:pt x="530199" y="1182814"/>
                </a:lnTo>
                <a:lnTo>
                  <a:pt x="539508" y="1130808"/>
                </a:lnTo>
                <a:close/>
              </a:path>
              <a:path w="1237615" h="6010909">
                <a:moveTo>
                  <a:pt x="830592" y="5062728"/>
                </a:moveTo>
                <a:lnTo>
                  <a:pt x="798029" y="4969649"/>
                </a:lnTo>
                <a:lnTo>
                  <a:pt x="781964" y="4922901"/>
                </a:lnTo>
                <a:lnTo>
                  <a:pt x="766127" y="4876038"/>
                </a:lnTo>
                <a:lnTo>
                  <a:pt x="750608" y="4829086"/>
                </a:lnTo>
                <a:lnTo>
                  <a:pt x="735495" y="4782096"/>
                </a:lnTo>
                <a:lnTo>
                  <a:pt x="720852" y="4735068"/>
                </a:lnTo>
                <a:lnTo>
                  <a:pt x="704850" y="4685919"/>
                </a:lnTo>
                <a:lnTo>
                  <a:pt x="689076" y="4636655"/>
                </a:lnTo>
                <a:lnTo>
                  <a:pt x="673531" y="4587265"/>
                </a:lnTo>
                <a:lnTo>
                  <a:pt x="658215" y="4537761"/>
                </a:lnTo>
                <a:lnTo>
                  <a:pt x="643153" y="4488154"/>
                </a:lnTo>
                <a:lnTo>
                  <a:pt x="628319" y="4438459"/>
                </a:lnTo>
                <a:lnTo>
                  <a:pt x="613740" y="4388650"/>
                </a:lnTo>
                <a:lnTo>
                  <a:pt x="599401" y="4338764"/>
                </a:lnTo>
                <a:lnTo>
                  <a:pt x="585317" y="4288790"/>
                </a:lnTo>
                <a:lnTo>
                  <a:pt x="571474" y="4238739"/>
                </a:lnTo>
                <a:lnTo>
                  <a:pt x="557898" y="4188612"/>
                </a:lnTo>
                <a:lnTo>
                  <a:pt x="544576" y="4138422"/>
                </a:lnTo>
                <a:lnTo>
                  <a:pt x="531507" y="4088168"/>
                </a:lnTo>
                <a:lnTo>
                  <a:pt x="518706" y="4037863"/>
                </a:lnTo>
                <a:lnTo>
                  <a:pt x="506171" y="3987495"/>
                </a:lnTo>
                <a:lnTo>
                  <a:pt x="493903" y="3937076"/>
                </a:lnTo>
                <a:lnTo>
                  <a:pt x="481901" y="3886631"/>
                </a:lnTo>
                <a:lnTo>
                  <a:pt x="470179" y="3836136"/>
                </a:lnTo>
                <a:lnTo>
                  <a:pt x="458724" y="3785616"/>
                </a:lnTo>
                <a:lnTo>
                  <a:pt x="469455" y="3891686"/>
                </a:lnTo>
                <a:lnTo>
                  <a:pt x="475183" y="3944721"/>
                </a:lnTo>
                <a:lnTo>
                  <a:pt x="481647" y="3997756"/>
                </a:lnTo>
                <a:lnTo>
                  <a:pt x="489204" y="4050792"/>
                </a:lnTo>
                <a:lnTo>
                  <a:pt x="501713" y="4101046"/>
                </a:lnTo>
                <a:lnTo>
                  <a:pt x="514413" y="4151198"/>
                </a:lnTo>
                <a:lnTo>
                  <a:pt x="527291" y="4201274"/>
                </a:lnTo>
                <a:lnTo>
                  <a:pt x="540372" y="4251261"/>
                </a:lnTo>
                <a:lnTo>
                  <a:pt x="553656" y="4301160"/>
                </a:lnTo>
                <a:lnTo>
                  <a:pt x="567143" y="4350994"/>
                </a:lnTo>
                <a:lnTo>
                  <a:pt x="580834" y="4400740"/>
                </a:lnTo>
                <a:lnTo>
                  <a:pt x="594741" y="4450435"/>
                </a:lnTo>
                <a:lnTo>
                  <a:pt x="608863" y="4500054"/>
                </a:lnTo>
                <a:lnTo>
                  <a:pt x="623189" y="4549610"/>
                </a:lnTo>
                <a:lnTo>
                  <a:pt x="637743" y="4599102"/>
                </a:lnTo>
                <a:lnTo>
                  <a:pt x="652526" y="4648543"/>
                </a:lnTo>
                <a:lnTo>
                  <a:pt x="667524" y="4697933"/>
                </a:lnTo>
                <a:lnTo>
                  <a:pt x="682752" y="4747260"/>
                </a:lnTo>
                <a:lnTo>
                  <a:pt x="713536" y="4842726"/>
                </a:lnTo>
                <a:lnTo>
                  <a:pt x="729208" y="4890351"/>
                </a:lnTo>
                <a:lnTo>
                  <a:pt x="745159" y="4937874"/>
                </a:lnTo>
                <a:lnTo>
                  <a:pt x="761415" y="4985245"/>
                </a:lnTo>
                <a:lnTo>
                  <a:pt x="778040" y="5032426"/>
                </a:lnTo>
                <a:lnTo>
                  <a:pt x="795070" y="5079377"/>
                </a:lnTo>
                <a:lnTo>
                  <a:pt x="812571" y="5126075"/>
                </a:lnTo>
                <a:lnTo>
                  <a:pt x="830592" y="5172456"/>
                </a:lnTo>
                <a:lnTo>
                  <a:pt x="830592" y="5062728"/>
                </a:lnTo>
                <a:close/>
              </a:path>
              <a:path w="1237615" h="6010909">
                <a:moveTo>
                  <a:pt x="917460" y="5788152"/>
                </a:moveTo>
                <a:lnTo>
                  <a:pt x="914260" y="5779008"/>
                </a:lnTo>
                <a:lnTo>
                  <a:pt x="908456" y="5760720"/>
                </a:lnTo>
                <a:lnTo>
                  <a:pt x="905268" y="5751576"/>
                </a:lnTo>
                <a:lnTo>
                  <a:pt x="892733" y="5700573"/>
                </a:lnTo>
                <a:lnTo>
                  <a:pt x="880503" y="5648706"/>
                </a:lnTo>
                <a:lnTo>
                  <a:pt x="868832" y="5596852"/>
                </a:lnTo>
                <a:lnTo>
                  <a:pt x="858024" y="5545836"/>
                </a:lnTo>
                <a:lnTo>
                  <a:pt x="841273" y="5501297"/>
                </a:lnTo>
                <a:lnTo>
                  <a:pt x="824661" y="5456148"/>
                </a:lnTo>
                <a:lnTo>
                  <a:pt x="808304" y="5410581"/>
                </a:lnTo>
                <a:lnTo>
                  <a:pt x="792314" y="5364772"/>
                </a:lnTo>
                <a:lnTo>
                  <a:pt x="776846" y="5318861"/>
                </a:lnTo>
                <a:lnTo>
                  <a:pt x="745680" y="5223243"/>
                </a:lnTo>
                <a:lnTo>
                  <a:pt x="729856" y="5173269"/>
                </a:lnTo>
                <a:lnTo>
                  <a:pt x="714502" y="5123129"/>
                </a:lnTo>
                <a:lnTo>
                  <a:pt x="699643" y="5072850"/>
                </a:lnTo>
                <a:lnTo>
                  <a:pt x="685253" y="5022443"/>
                </a:lnTo>
                <a:lnTo>
                  <a:pt x="671322" y="4971910"/>
                </a:lnTo>
                <a:lnTo>
                  <a:pt x="657860" y="4921262"/>
                </a:lnTo>
                <a:lnTo>
                  <a:pt x="644855" y="4870513"/>
                </a:lnTo>
                <a:lnTo>
                  <a:pt x="632282" y="4819688"/>
                </a:lnTo>
                <a:lnTo>
                  <a:pt x="620153" y="4768774"/>
                </a:lnTo>
                <a:lnTo>
                  <a:pt x="608469" y="4717796"/>
                </a:lnTo>
                <a:lnTo>
                  <a:pt x="597204" y="4666754"/>
                </a:lnTo>
                <a:lnTo>
                  <a:pt x="586359" y="4615675"/>
                </a:lnTo>
                <a:lnTo>
                  <a:pt x="575919" y="4564558"/>
                </a:lnTo>
                <a:lnTo>
                  <a:pt x="565899" y="4513427"/>
                </a:lnTo>
                <a:lnTo>
                  <a:pt x="556272" y="4462272"/>
                </a:lnTo>
                <a:lnTo>
                  <a:pt x="545312" y="4411777"/>
                </a:lnTo>
                <a:lnTo>
                  <a:pt x="535266" y="4360913"/>
                </a:lnTo>
                <a:lnTo>
                  <a:pt x="525995" y="4309719"/>
                </a:lnTo>
                <a:lnTo>
                  <a:pt x="517410" y="4258246"/>
                </a:lnTo>
                <a:lnTo>
                  <a:pt x="509384" y="4206583"/>
                </a:lnTo>
                <a:lnTo>
                  <a:pt x="501827" y="4154741"/>
                </a:lnTo>
                <a:lnTo>
                  <a:pt x="494639" y="4102798"/>
                </a:lnTo>
                <a:lnTo>
                  <a:pt x="487692" y="4050792"/>
                </a:lnTo>
                <a:lnTo>
                  <a:pt x="477316" y="4005567"/>
                </a:lnTo>
                <a:lnTo>
                  <a:pt x="466496" y="3961066"/>
                </a:lnTo>
                <a:lnTo>
                  <a:pt x="444715" y="3872788"/>
                </a:lnTo>
                <a:lnTo>
                  <a:pt x="434352" y="3828288"/>
                </a:lnTo>
                <a:lnTo>
                  <a:pt x="439102" y="3877551"/>
                </a:lnTo>
                <a:lnTo>
                  <a:pt x="444233" y="3926852"/>
                </a:lnTo>
                <a:lnTo>
                  <a:pt x="449732" y="3976179"/>
                </a:lnTo>
                <a:lnTo>
                  <a:pt x="455574" y="4025493"/>
                </a:lnTo>
                <a:lnTo>
                  <a:pt x="461772" y="4074807"/>
                </a:lnTo>
                <a:lnTo>
                  <a:pt x="468299" y="4124096"/>
                </a:lnTo>
                <a:lnTo>
                  <a:pt x="475157" y="4173321"/>
                </a:lnTo>
                <a:lnTo>
                  <a:pt x="482333" y="4222496"/>
                </a:lnTo>
                <a:lnTo>
                  <a:pt x="489826" y="4271594"/>
                </a:lnTo>
                <a:lnTo>
                  <a:pt x="497611" y="4320591"/>
                </a:lnTo>
                <a:lnTo>
                  <a:pt x="505701" y="4369486"/>
                </a:lnTo>
                <a:lnTo>
                  <a:pt x="514083" y="4418241"/>
                </a:lnTo>
                <a:lnTo>
                  <a:pt x="522744" y="4466844"/>
                </a:lnTo>
                <a:lnTo>
                  <a:pt x="531787" y="4515510"/>
                </a:lnTo>
                <a:lnTo>
                  <a:pt x="541185" y="4564138"/>
                </a:lnTo>
                <a:lnTo>
                  <a:pt x="550926" y="4612716"/>
                </a:lnTo>
                <a:lnTo>
                  <a:pt x="561022" y="4661255"/>
                </a:lnTo>
                <a:lnTo>
                  <a:pt x="571461" y="4709731"/>
                </a:lnTo>
                <a:lnTo>
                  <a:pt x="582256" y="4758144"/>
                </a:lnTo>
                <a:lnTo>
                  <a:pt x="593394" y="4806505"/>
                </a:lnTo>
                <a:lnTo>
                  <a:pt x="604875" y="4854791"/>
                </a:lnTo>
                <a:lnTo>
                  <a:pt x="616712" y="4903000"/>
                </a:lnTo>
                <a:lnTo>
                  <a:pt x="628891" y="4951120"/>
                </a:lnTo>
                <a:lnTo>
                  <a:pt x="641426" y="4999164"/>
                </a:lnTo>
                <a:lnTo>
                  <a:pt x="654304" y="5047107"/>
                </a:lnTo>
                <a:lnTo>
                  <a:pt x="667524" y="5094948"/>
                </a:lnTo>
                <a:lnTo>
                  <a:pt x="681101" y="5142687"/>
                </a:lnTo>
                <a:lnTo>
                  <a:pt x="695020" y="5190325"/>
                </a:lnTo>
                <a:lnTo>
                  <a:pt x="709282" y="5237848"/>
                </a:lnTo>
                <a:lnTo>
                  <a:pt x="723912" y="5285232"/>
                </a:lnTo>
                <a:lnTo>
                  <a:pt x="740067" y="5334012"/>
                </a:lnTo>
                <a:lnTo>
                  <a:pt x="756577" y="5383136"/>
                </a:lnTo>
                <a:lnTo>
                  <a:pt x="773518" y="5432501"/>
                </a:lnTo>
                <a:lnTo>
                  <a:pt x="790968" y="5482018"/>
                </a:lnTo>
                <a:lnTo>
                  <a:pt x="808977" y="5531624"/>
                </a:lnTo>
                <a:lnTo>
                  <a:pt x="827633" y="5581205"/>
                </a:lnTo>
                <a:lnTo>
                  <a:pt x="847001" y="5630672"/>
                </a:lnTo>
                <a:lnTo>
                  <a:pt x="867168" y="5679948"/>
                </a:lnTo>
                <a:lnTo>
                  <a:pt x="879741" y="5705856"/>
                </a:lnTo>
                <a:lnTo>
                  <a:pt x="892314" y="5732907"/>
                </a:lnTo>
                <a:lnTo>
                  <a:pt x="917460" y="5788152"/>
                </a:lnTo>
                <a:close/>
              </a:path>
              <a:path w="1237615" h="6010909">
                <a:moveTo>
                  <a:pt x="1237500" y="6010656"/>
                </a:moveTo>
                <a:lnTo>
                  <a:pt x="1215415" y="5968162"/>
                </a:lnTo>
                <a:lnTo>
                  <a:pt x="1193698" y="5925223"/>
                </a:lnTo>
                <a:lnTo>
                  <a:pt x="1172311" y="5881865"/>
                </a:lnTo>
                <a:lnTo>
                  <a:pt x="1151204" y="5838063"/>
                </a:lnTo>
                <a:lnTo>
                  <a:pt x="1130287" y="5793854"/>
                </a:lnTo>
                <a:lnTo>
                  <a:pt x="1109548" y="5749201"/>
                </a:lnTo>
                <a:lnTo>
                  <a:pt x="1088910" y="5704129"/>
                </a:lnTo>
                <a:lnTo>
                  <a:pt x="1068336" y="5658612"/>
                </a:lnTo>
                <a:lnTo>
                  <a:pt x="1048473" y="5614047"/>
                </a:lnTo>
                <a:lnTo>
                  <a:pt x="1029106" y="5569102"/>
                </a:lnTo>
                <a:lnTo>
                  <a:pt x="1010158" y="5523839"/>
                </a:lnTo>
                <a:lnTo>
                  <a:pt x="991565" y="5478348"/>
                </a:lnTo>
                <a:lnTo>
                  <a:pt x="973277" y="5432679"/>
                </a:lnTo>
                <a:lnTo>
                  <a:pt x="937298" y="5341163"/>
                </a:lnTo>
                <a:lnTo>
                  <a:pt x="883932" y="5204460"/>
                </a:lnTo>
                <a:lnTo>
                  <a:pt x="865492" y="5157965"/>
                </a:lnTo>
                <a:lnTo>
                  <a:pt x="859548" y="5141976"/>
                </a:lnTo>
                <a:lnTo>
                  <a:pt x="859586" y="5171110"/>
                </a:lnTo>
                <a:lnTo>
                  <a:pt x="859929" y="5201221"/>
                </a:lnTo>
                <a:lnTo>
                  <a:pt x="862596" y="5263896"/>
                </a:lnTo>
                <a:lnTo>
                  <a:pt x="899248" y="5356314"/>
                </a:lnTo>
                <a:lnTo>
                  <a:pt x="917740" y="5402415"/>
                </a:lnTo>
                <a:lnTo>
                  <a:pt x="936409" y="5448414"/>
                </a:lnTo>
                <a:lnTo>
                  <a:pt x="955332" y="5494261"/>
                </a:lnTo>
                <a:lnTo>
                  <a:pt x="974572" y="5539918"/>
                </a:lnTo>
                <a:lnTo>
                  <a:pt x="994194" y="5585345"/>
                </a:lnTo>
                <a:lnTo>
                  <a:pt x="1014247" y="5630519"/>
                </a:lnTo>
                <a:lnTo>
                  <a:pt x="1034808" y="5675376"/>
                </a:lnTo>
                <a:lnTo>
                  <a:pt x="1056627" y="5723712"/>
                </a:lnTo>
                <a:lnTo>
                  <a:pt x="1078928" y="5771972"/>
                </a:lnTo>
                <a:lnTo>
                  <a:pt x="1101623" y="5820143"/>
                </a:lnTo>
                <a:lnTo>
                  <a:pt x="1124648" y="5868149"/>
                </a:lnTo>
                <a:lnTo>
                  <a:pt x="1147902" y="5915939"/>
                </a:lnTo>
                <a:lnTo>
                  <a:pt x="1171321" y="5963463"/>
                </a:lnTo>
                <a:lnTo>
                  <a:pt x="1194828" y="6010656"/>
                </a:lnTo>
                <a:lnTo>
                  <a:pt x="1237500" y="6010656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5360" y="6536436"/>
            <a:ext cx="117348" cy="24688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41947" y="3532631"/>
            <a:ext cx="1649095" cy="2382520"/>
          </a:xfrm>
          <a:custGeom>
            <a:avLst/>
            <a:gdLst/>
            <a:ahLst/>
            <a:cxnLst/>
            <a:rect l="l" t="t" r="r" b="b"/>
            <a:pathLst>
              <a:path w="1649095" h="2382520">
                <a:moveTo>
                  <a:pt x="71640" y="1290840"/>
                </a:moveTo>
                <a:lnTo>
                  <a:pt x="64655" y="1238542"/>
                </a:lnTo>
                <a:lnTo>
                  <a:pt x="58267" y="1185964"/>
                </a:lnTo>
                <a:lnTo>
                  <a:pt x="52324" y="1133157"/>
                </a:lnTo>
                <a:lnTo>
                  <a:pt x="46659" y="1080211"/>
                </a:lnTo>
                <a:lnTo>
                  <a:pt x="41160" y="1027176"/>
                </a:lnTo>
                <a:lnTo>
                  <a:pt x="38112" y="1022604"/>
                </a:lnTo>
                <a:lnTo>
                  <a:pt x="28079" y="978433"/>
                </a:lnTo>
                <a:lnTo>
                  <a:pt x="18491" y="933259"/>
                </a:lnTo>
                <a:lnTo>
                  <a:pt x="9169" y="887806"/>
                </a:lnTo>
                <a:lnTo>
                  <a:pt x="0" y="842772"/>
                </a:lnTo>
                <a:lnTo>
                  <a:pt x="0" y="876300"/>
                </a:lnTo>
                <a:lnTo>
                  <a:pt x="3263" y="923912"/>
                </a:lnTo>
                <a:lnTo>
                  <a:pt x="7810" y="972502"/>
                </a:lnTo>
                <a:lnTo>
                  <a:pt x="12649" y="1021397"/>
                </a:lnTo>
                <a:lnTo>
                  <a:pt x="12750" y="1022604"/>
                </a:lnTo>
                <a:lnTo>
                  <a:pt x="16776" y="1069848"/>
                </a:lnTo>
                <a:lnTo>
                  <a:pt x="30060" y="1125385"/>
                </a:lnTo>
                <a:lnTo>
                  <a:pt x="58343" y="1235303"/>
                </a:lnTo>
                <a:lnTo>
                  <a:pt x="71640" y="1290840"/>
                </a:lnTo>
                <a:close/>
              </a:path>
              <a:path w="1649095" h="2382520">
                <a:moveTo>
                  <a:pt x="1648980" y="0"/>
                </a:moveTo>
                <a:lnTo>
                  <a:pt x="1644408" y="0"/>
                </a:lnTo>
                <a:lnTo>
                  <a:pt x="1613357" y="27698"/>
                </a:lnTo>
                <a:lnTo>
                  <a:pt x="1582305" y="55816"/>
                </a:lnTo>
                <a:lnTo>
                  <a:pt x="1551825" y="84226"/>
                </a:lnTo>
                <a:lnTo>
                  <a:pt x="1522488" y="112776"/>
                </a:lnTo>
                <a:lnTo>
                  <a:pt x="1494790" y="143827"/>
                </a:lnTo>
                <a:lnTo>
                  <a:pt x="1466672" y="174879"/>
                </a:lnTo>
                <a:lnTo>
                  <a:pt x="1438262" y="205359"/>
                </a:lnTo>
                <a:lnTo>
                  <a:pt x="1409712" y="234696"/>
                </a:lnTo>
                <a:lnTo>
                  <a:pt x="1375714" y="270637"/>
                </a:lnTo>
                <a:lnTo>
                  <a:pt x="1342872" y="306654"/>
                </a:lnTo>
                <a:lnTo>
                  <a:pt x="1311021" y="342836"/>
                </a:lnTo>
                <a:lnTo>
                  <a:pt x="1279982" y="379247"/>
                </a:lnTo>
                <a:lnTo>
                  <a:pt x="1249616" y="415988"/>
                </a:lnTo>
                <a:lnTo>
                  <a:pt x="1219758" y="453123"/>
                </a:lnTo>
                <a:lnTo>
                  <a:pt x="1190256" y="490728"/>
                </a:lnTo>
                <a:lnTo>
                  <a:pt x="1157808" y="531342"/>
                </a:lnTo>
                <a:lnTo>
                  <a:pt x="1125918" y="572274"/>
                </a:lnTo>
                <a:lnTo>
                  <a:pt x="1094587" y="613524"/>
                </a:lnTo>
                <a:lnTo>
                  <a:pt x="1063790" y="655104"/>
                </a:lnTo>
                <a:lnTo>
                  <a:pt x="1033564" y="697014"/>
                </a:lnTo>
                <a:lnTo>
                  <a:pt x="1003896" y="739241"/>
                </a:lnTo>
                <a:lnTo>
                  <a:pt x="974788" y="781799"/>
                </a:lnTo>
                <a:lnTo>
                  <a:pt x="946264" y="824674"/>
                </a:lnTo>
                <a:lnTo>
                  <a:pt x="918298" y="867879"/>
                </a:lnTo>
                <a:lnTo>
                  <a:pt x="890917" y="911415"/>
                </a:lnTo>
                <a:lnTo>
                  <a:pt x="864120" y="955268"/>
                </a:lnTo>
                <a:lnTo>
                  <a:pt x="837920" y="999439"/>
                </a:lnTo>
                <a:lnTo>
                  <a:pt x="812304" y="1043940"/>
                </a:lnTo>
                <a:lnTo>
                  <a:pt x="786333" y="1089482"/>
                </a:lnTo>
                <a:lnTo>
                  <a:pt x="761174" y="1135329"/>
                </a:lnTo>
                <a:lnTo>
                  <a:pt x="736841" y="1181506"/>
                </a:lnTo>
                <a:lnTo>
                  <a:pt x="713333" y="1228013"/>
                </a:lnTo>
                <a:lnTo>
                  <a:pt x="690651" y="1274851"/>
                </a:lnTo>
                <a:lnTo>
                  <a:pt x="668794" y="1321993"/>
                </a:lnTo>
                <a:lnTo>
                  <a:pt x="647776" y="1369479"/>
                </a:lnTo>
                <a:lnTo>
                  <a:pt x="627608" y="1417281"/>
                </a:lnTo>
                <a:lnTo>
                  <a:pt x="608279" y="1465414"/>
                </a:lnTo>
                <a:lnTo>
                  <a:pt x="589800" y="1513865"/>
                </a:lnTo>
                <a:lnTo>
                  <a:pt x="572173" y="1562633"/>
                </a:lnTo>
                <a:lnTo>
                  <a:pt x="555409" y="1611744"/>
                </a:lnTo>
                <a:lnTo>
                  <a:pt x="539508" y="1661160"/>
                </a:lnTo>
                <a:lnTo>
                  <a:pt x="523481" y="1708556"/>
                </a:lnTo>
                <a:lnTo>
                  <a:pt x="508508" y="1756435"/>
                </a:lnTo>
                <a:lnTo>
                  <a:pt x="494563" y="1804771"/>
                </a:lnTo>
                <a:lnTo>
                  <a:pt x="481647" y="1853514"/>
                </a:lnTo>
                <a:lnTo>
                  <a:pt x="469785" y="1902612"/>
                </a:lnTo>
                <a:lnTo>
                  <a:pt x="458978" y="1952015"/>
                </a:lnTo>
                <a:lnTo>
                  <a:pt x="449224" y="2001697"/>
                </a:lnTo>
                <a:lnTo>
                  <a:pt x="440512" y="2051583"/>
                </a:lnTo>
                <a:lnTo>
                  <a:pt x="432879" y="2101659"/>
                </a:lnTo>
                <a:lnTo>
                  <a:pt x="426300" y="2151862"/>
                </a:lnTo>
                <a:lnTo>
                  <a:pt x="420801" y="2202142"/>
                </a:lnTo>
                <a:lnTo>
                  <a:pt x="416369" y="2252459"/>
                </a:lnTo>
                <a:lnTo>
                  <a:pt x="413004" y="2302764"/>
                </a:lnTo>
                <a:lnTo>
                  <a:pt x="421601" y="2321369"/>
                </a:lnTo>
                <a:lnTo>
                  <a:pt x="429196" y="2340686"/>
                </a:lnTo>
                <a:lnTo>
                  <a:pt x="435940" y="2360853"/>
                </a:lnTo>
                <a:lnTo>
                  <a:pt x="441960" y="2382024"/>
                </a:lnTo>
                <a:lnTo>
                  <a:pt x="442036" y="2366035"/>
                </a:lnTo>
                <a:lnTo>
                  <a:pt x="442531" y="2350211"/>
                </a:lnTo>
                <a:lnTo>
                  <a:pt x="443890" y="2334653"/>
                </a:lnTo>
                <a:lnTo>
                  <a:pt x="446544" y="2319528"/>
                </a:lnTo>
                <a:lnTo>
                  <a:pt x="448233" y="2269172"/>
                </a:lnTo>
                <a:lnTo>
                  <a:pt x="451205" y="2218664"/>
                </a:lnTo>
                <a:lnTo>
                  <a:pt x="455422" y="2168080"/>
                </a:lnTo>
                <a:lnTo>
                  <a:pt x="460832" y="2117420"/>
                </a:lnTo>
                <a:lnTo>
                  <a:pt x="467436" y="2066734"/>
                </a:lnTo>
                <a:lnTo>
                  <a:pt x="475195" y="2016061"/>
                </a:lnTo>
                <a:lnTo>
                  <a:pt x="484073" y="1965413"/>
                </a:lnTo>
                <a:lnTo>
                  <a:pt x="494042" y="1914842"/>
                </a:lnTo>
                <a:lnTo>
                  <a:pt x="505091" y="1864372"/>
                </a:lnTo>
                <a:lnTo>
                  <a:pt x="517156" y="1814042"/>
                </a:lnTo>
                <a:lnTo>
                  <a:pt x="530237" y="1763890"/>
                </a:lnTo>
                <a:lnTo>
                  <a:pt x="544309" y="1713928"/>
                </a:lnTo>
                <a:lnTo>
                  <a:pt x="559320" y="1664208"/>
                </a:lnTo>
                <a:lnTo>
                  <a:pt x="575538" y="1616087"/>
                </a:lnTo>
                <a:lnTo>
                  <a:pt x="592569" y="1568094"/>
                </a:lnTo>
                <a:lnTo>
                  <a:pt x="610387" y="1520266"/>
                </a:lnTo>
                <a:lnTo>
                  <a:pt x="628980" y="1472615"/>
                </a:lnTo>
                <a:lnTo>
                  <a:pt x="648335" y="1425181"/>
                </a:lnTo>
                <a:lnTo>
                  <a:pt x="668426" y="1377975"/>
                </a:lnTo>
                <a:lnTo>
                  <a:pt x="689267" y="1331023"/>
                </a:lnTo>
                <a:lnTo>
                  <a:pt x="710831" y="1284351"/>
                </a:lnTo>
                <a:lnTo>
                  <a:pt x="733107" y="1237996"/>
                </a:lnTo>
                <a:lnTo>
                  <a:pt x="756069" y="1191971"/>
                </a:lnTo>
                <a:lnTo>
                  <a:pt x="779729" y="1146302"/>
                </a:lnTo>
                <a:lnTo>
                  <a:pt x="804062" y="1101013"/>
                </a:lnTo>
                <a:lnTo>
                  <a:pt x="829068" y="1056132"/>
                </a:lnTo>
                <a:lnTo>
                  <a:pt x="853706" y="1010983"/>
                </a:lnTo>
                <a:lnTo>
                  <a:pt x="879081" y="966254"/>
                </a:lnTo>
                <a:lnTo>
                  <a:pt x="905154" y="921931"/>
                </a:lnTo>
                <a:lnTo>
                  <a:pt x="931926" y="877989"/>
                </a:lnTo>
                <a:lnTo>
                  <a:pt x="959345" y="834453"/>
                </a:lnTo>
                <a:lnTo>
                  <a:pt x="987399" y="791273"/>
                </a:lnTo>
                <a:lnTo>
                  <a:pt x="1016063" y="748449"/>
                </a:lnTo>
                <a:lnTo>
                  <a:pt x="1045311" y="705980"/>
                </a:lnTo>
                <a:lnTo>
                  <a:pt x="1075105" y="663841"/>
                </a:lnTo>
                <a:lnTo>
                  <a:pt x="1105446" y="622020"/>
                </a:lnTo>
                <a:lnTo>
                  <a:pt x="1136281" y="580504"/>
                </a:lnTo>
                <a:lnTo>
                  <a:pt x="1167612" y="539292"/>
                </a:lnTo>
                <a:lnTo>
                  <a:pt x="1199400" y="498348"/>
                </a:lnTo>
                <a:lnTo>
                  <a:pt x="1228407" y="460578"/>
                </a:lnTo>
                <a:lnTo>
                  <a:pt x="1257985" y="423075"/>
                </a:lnTo>
                <a:lnTo>
                  <a:pt x="1288122" y="385902"/>
                </a:lnTo>
                <a:lnTo>
                  <a:pt x="1318831" y="349173"/>
                </a:lnTo>
                <a:lnTo>
                  <a:pt x="1350086" y="312940"/>
                </a:lnTo>
                <a:lnTo>
                  <a:pt x="1381899" y="277304"/>
                </a:lnTo>
                <a:lnTo>
                  <a:pt x="1414284" y="242316"/>
                </a:lnTo>
                <a:lnTo>
                  <a:pt x="1442618" y="211226"/>
                </a:lnTo>
                <a:lnTo>
                  <a:pt x="1498714" y="148450"/>
                </a:lnTo>
                <a:lnTo>
                  <a:pt x="1527060" y="117348"/>
                </a:lnTo>
                <a:lnTo>
                  <a:pt x="1556397" y="88087"/>
                </a:lnTo>
                <a:lnTo>
                  <a:pt x="1586877" y="58102"/>
                </a:lnTo>
                <a:lnTo>
                  <a:pt x="1617929" y="28409"/>
                </a:lnTo>
                <a:lnTo>
                  <a:pt x="1648980" y="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832" y="6560820"/>
            <a:ext cx="106680" cy="222503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772667"/>
            <a:ext cx="1068705" cy="6014085"/>
          </a:xfrm>
          <a:custGeom>
            <a:avLst/>
            <a:gdLst/>
            <a:ahLst/>
            <a:cxnLst/>
            <a:rect l="l" t="t" r="r" b="b"/>
            <a:pathLst>
              <a:path w="1068705" h="6014084">
                <a:moveTo>
                  <a:pt x="161544" y="0"/>
                </a:moveTo>
                <a:lnTo>
                  <a:pt x="0" y="0"/>
                </a:lnTo>
                <a:lnTo>
                  <a:pt x="0" y="6013704"/>
                </a:lnTo>
                <a:lnTo>
                  <a:pt x="161544" y="6013704"/>
                </a:lnTo>
                <a:lnTo>
                  <a:pt x="161544" y="0"/>
                </a:lnTo>
                <a:close/>
              </a:path>
              <a:path w="1068705" h="6014084">
                <a:moveTo>
                  <a:pt x="888492" y="5262372"/>
                </a:moveTo>
                <a:lnTo>
                  <a:pt x="885837" y="5231562"/>
                </a:lnTo>
                <a:lnTo>
                  <a:pt x="884491" y="5201031"/>
                </a:lnTo>
                <a:lnTo>
                  <a:pt x="883983" y="5171084"/>
                </a:lnTo>
                <a:lnTo>
                  <a:pt x="883920" y="5141976"/>
                </a:lnTo>
                <a:lnTo>
                  <a:pt x="877887" y="5121021"/>
                </a:lnTo>
                <a:lnTo>
                  <a:pt x="871156" y="5101209"/>
                </a:lnTo>
                <a:lnTo>
                  <a:pt x="863549" y="5081968"/>
                </a:lnTo>
                <a:lnTo>
                  <a:pt x="854964" y="5062728"/>
                </a:lnTo>
                <a:lnTo>
                  <a:pt x="854964" y="5170932"/>
                </a:lnTo>
                <a:lnTo>
                  <a:pt x="858215" y="5180863"/>
                </a:lnTo>
                <a:lnTo>
                  <a:pt x="861631" y="5192077"/>
                </a:lnTo>
                <a:lnTo>
                  <a:pt x="865886" y="5204155"/>
                </a:lnTo>
                <a:lnTo>
                  <a:pt x="871728" y="5216652"/>
                </a:lnTo>
                <a:lnTo>
                  <a:pt x="875626" y="5228514"/>
                </a:lnTo>
                <a:lnTo>
                  <a:pt x="884580" y="5250523"/>
                </a:lnTo>
                <a:lnTo>
                  <a:pt x="888492" y="5262372"/>
                </a:lnTo>
                <a:close/>
              </a:path>
              <a:path w="1068705" h="6014084">
                <a:moveTo>
                  <a:pt x="1068324" y="6010668"/>
                </a:moveTo>
                <a:lnTo>
                  <a:pt x="1046505" y="5962599"/>
                </a:lnTo>
                <a:lnTo>
                  <a:pt x="1026591" y="5913666"/>
                </a:lnTo>
                <a:lnTo>
                  <a:pt x="1008291" y="5864060"/>
                </a:lnTo>
                <a:lnTo>
                  <a:pt x="991311" y="5814034"/>
                </a:lnTo>
                <a:lnTo>
                  <a:pt x="975360" y="5763780"/>
                </a:lnTo>
                <a:lnTo>
                  <a:pt x="963498" y="5738634"/>
                </a:lnTo>
                <a:lnTo>
                  <a:pt x="941489" y="5688342"/>
                </a:lnTo>
                <a:lnTo>
                  <a:pt x="929627" y="5663184"/>
                </a:lnTo>
                <a:lnTo>
                  <a:pt x="941489" y="5688330"/>
                </a:lnTo>
                <a:lnTo>
                  <a:pt x="963498" y="5738622"/>
                </a:lnTo>
                <a:lnTo>
                  <a:pt x="975360" y="5763768"/>
                </a:lnTo>
                <a:lnTo>
                  <a:pt x="972667" y="5757151"/>
                </a:lnTo>
                <a:lnTo>
                  <a:pt x="970978" y="5750814"/>
                </a:lnTo>
                <a:lnTo>
                  <a:pt x="969568" y="5744489"/>
                </a:lnTo>
                <a:lnTo>
                  <a:pt x="954608" y="5691517"/>
                </a:lnTo>
                <a:lnTo>
                  <a:pt x="942670" y="5644832"/>
                </a:lnTo>
                <a:lnTo>
                  <a:pt x="931887" y="5597855"/>
                </a:lnTo>
                <a:lnTo>
                  <a:pt x="922286" y="5550624"/>
                </a:lnTo>
                <a:lnTo>
                  <a:pt x="913828" y="5503164"/>
                </a:lnTo>
                <a:lnTo>
                  <a:pt x="906500" y="5455539"/>
                </a:lnTo>
                <a:lnTo>
                  <a:pt x="900328" y="5407761"/>
                </a:lnTo>
                <a:lnTo>
                  <a:pt x="895261" y="5359870"/>
                </a:lnTo>
                <a:lnTo>
                  <a:pt x="891324" y="5311902"/>
                </a:lnTo>
                <a:lnTo>
                  <a:pt x="888492" y="5263896"/>
                </a:lnTo>
                <a:lnTo>
                  <a:pt x="884364" y="5252047"/>
                </a:lnTo>
                <a:lnTo>
                  <a:pt x="879538" y="5241036"/>
                </a:lnTo>
                <a:lnTo>
                  <a:pt x="874979" y="5230038"/>
                </a:lnTo>
                <a:lnTo>
                  <a:pt x="871728" y="5218176"/>
                </a:lnTo>
                <a:lnTo>
                  <a:pt x="865886" y="5205679"/>
                </a:lnTo>
                <a:lnTo>
                  <a:pt x="861631" y="5193601"/>
                </a:lnTo>
                <a:lnTo>
                  <a:pt x="858215" y="5182387"/>
                </a:lnTo>
                <a:lnTo>
                  <a:pt x="854964" y="5172456"/>
                </a:lnTo>
                <a:lnTo>
                  <a:pt x="855446" y="5226101"/>
                </a:lnTo>
                <a:lnTo>
                  <a:pt x="856970" y="5279809"/>
                </a:lnTo>
                <a:lnTo>
                  <a:pt x="859637" y="5333492"/>
                </a:lnTo>
                <a:lnTo>
                  <a:pt x="863561" y="5387048"/>
                </a:lnTo>
                <a:lnTo>
                  <a:pt x="868845" y="5440362"/>
                </a:lnTo>
                <a:lnTo>
                  <a:pt x="875588" y="5493334"/>
                </a:lnTo>
                <a:lnTo>
                  <a:pt x="883907" y="5545836"/>
                </a:lnTo>
                <a:lnTo>
                  <a:pt x="884440" y="5547144"/>
                </a:lnTo>
                <a:lnTo>
                  <a:pt x="893838" y="5596610"/>
                </a:lnTo>
                <a:lnTo>
                  <a:pt x="905052" y="5647944"/>
                </a:lnTo>
                <a:lnTo>
                  <a:pt x="917130" y="5699290"/>
                </a:lnTo>
                <a:lnTo>
                  <a:pt x="929627" y="5750064"/>
                </a:lnTo>
                <a:lnTo>
                  <a:pt x="932827" y="5760085"/>
                </a:lnTo>
                <a:lnTo>
                  <a:pt x="935736" y="5769686"/>
                </a:lnTo>
                <a:lnTo>
                  <a:pt x="961974" y="5833681"/>
                </a:lnTo>
                <a:lnTo>
                  <a:pt x="982357" y="5878766"/>
                </a:lnTo>
                <a:lnTo>
                  <a:pt x="1003160" y="5923343"/>
                </a:lnTo>
                <a:lnTo>
                  <a:pt x="1024636" y="5967336"/>
                </a:lnTo>
                <a:lnTo>
                  <a:pt x="1046988" y="6010668"/>
                </a:lnTo>
                <a:lnTo>
                  <a:pt x="1068324" y="6010668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43441" y="1339062"/>
            <a:ext cx="4229734" cy="506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262626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262626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262626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262626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2668"/>
            <a:ext cx="10692384" cy="601370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69264"/>
            <a:ext cx="2506979" cy="58171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4371" y="772667"/>
            <a:ext cx="1237615" cy="6010910"/>
          </a:xfrm>
          <a:custGeom>
            <a:avLst/>
            <a:gdLst/>
            <a:ahLst/>
            <a:cxnLst/>
            <a:rect l="l" t="t" r="r" b="b"/>
            <a:pathLst>
              <a:path w="1237615" h="6010909">
                <a:moveTo>
                  <a:pt x="433451" y="3849763"/>
                </a:moveTo>
                <a:lnTo>
                  <a:pt x="430225" y="3811841"/>
                </a:lnTo>
                <a:lnTo>
                  <a:pt x="425399" y="3762959"/>
                </a:lnTo>
                <a:lnTo>
                  <a:pt x="420839" y="3714356"/>
                </a:lnTo>
                <a:lnTo>
                  <a:pt x="417588" y="3666756"/>
                </a:lnTo>
                <a:lnTo>
                  <a:pt x="417588" y="3633228"/>
                </a:lnTo>
                <a:lnTo>
                  <a:pt x="406539" y="3583571"/>
                </a:lnTo>
                <a:lnTo>
                  <a:pt x="395719" y="3534041"/>
                </a:lnTo>
                <a:lnTo>
                  <a:pt x="385102" y="3484626"/>
                </a:lnTo>
                <a:lnTo>
                  <a:pt x="374700" y="3435299"/>
                </a:lnTo>
                <a:lnTo>
                  <a:pt x="364413" y="3385616"/>
                </a:lnTo>
                <a:lnTo>
                  <a:pt x="354495" y="3336823"/>
                </a:lnTo>
                <a:lnTo>
                  <a:pt x="344690" y="3287661"/>
                </a:lnTo>
                <a:lnTo>
                  <a:pt x="335102" y="3238512"/>
                </a:lnTo>
                <a:lnTo>
                  <a:pt x="325691" y="3189351"/>
                </a:lnTo>
                <a:lnTo>
                  <a:pt x="316484" y="3140189"/>
                </a:lnTo>
                <a:lnTo>
                  <a:pt x="307467" y="3090976"/>
                </a:lnTo>
                <a:lnTo>
                  <a:pt x="298640" y="3041726"/>
                </a:lnTo>
                <a:lnTo>
                  <a:pt x="290004" y="2992386"/>
                </a:lnTo>
                <a:lnTo>
                  <a:pt x="281546" y="2942971"/>
                </a:lnTo>
                <a:lnTo>
                  <a:pt x="273278" y="2893441"/>
                </a:lnTo>
                <a:lnTo>
                  <a:pt x="265188" y="2843796"/>
                </a:lnTo>
                <a:lnTo>
                  <a:pt x="257022" y="2794889"/>
                </a:lnTo>
                <a:lnTo>
                  <a:pt x="248996" y="2746032"/>
                </a:lnTo>
                <a:lnTo>
                  <a:pt x="241109" y="2697188"/>
                </a:lnTo>
                <a:lnTo>
                  <a:pt x="233349" y="2648381"/>
                </a:lnTo>
                <a:lnTo>
                  <a:pt x="225729" y="2599575"/>
                </a:lnTo>
                <a:lnTo>
                  <a:pt x="218236" y="2550757"/>
                </a:lnTo>
                <a:lnTo>
                  <a:pt x="210870" y="2501950"/>
                </a:lnTo>
                <a:lnTo>
                  <a:pt x="203631" y="2453106"/>
                </a:lnTo>
                <a:lnTo>
                  <a:pt x="196532" y="2404249"/>
                </a:lnTo>
                <a:lnTo>
                  <a:pt x="189560" y="2355354"/>
                </a:lnTo>
                <a:lnTo>
                  <a:pt x="182702" y="2306409"/>
                </a:lnTo>
                <a:lnTo>
                  <a:pt x="175971" y="2257399"/>
                </a:lnTo>
                <a:lnTo>
                  <a:pt x="169367" y="2208339"/>
                </a:lnTo>
                <a:lnTo>
                  <a:pt x="162890" y="2159203"/>
                </a:lnTo>
                <a:lnTo>
                  <a:pt x="156527" y="2109990"/>
                </a:lnTo>
                <a:lnTo>
                  <a:pt x="150279" y="2060676"/>
                </a:lnTo>
                <a:lnTo>
                  <a:pt x="144157" y="2011260"/>
                </a:lnTo>
                <a:lnTo>
                  <a:pt x="138163" y="1961743"/>
                </a:lnTo>
                <a:lnTo>
                  <a:pt x="132270" y="1912099"/>
                </a:lnTo>
                <a:lnTo>
                  <a:pt x="126504" y="1862340"/>
                </a:lnTo>
                <a:lnTo>
                  <a:pt x="120561" y="1810829"/>
                </a:lnTo>
                <a:lnTo>
                  <a:pt x="114769" y="1759292"/>
                </a:lnTo>
                <a:lnTo>
                  <a:pt x="109131" y="1707718"/>
                </a:lnTo>
                <a:lnTo>
                  <a:pt x="103632" y="1656118"/>
                </a:lnTo>
                <a:lnTo>
                  <a:pt x="98285" y="1604492"/>
                </a:lnTo>
                <a:lnTo>
                  <a:pt x="93091" y="1552816"/>
                </a:lnTo>
                <a:lnTo>
                  <a:pt x="88036" y="1501089"/>
                </a:lnTo>
                <a:lnTo>
                  <a:pt x="83121" y="1449336"/>
                </a:lnTo>
                <a:lnTo>
                  <a:pt x="78346" y="1397533"/>
                </a:lnTo>
                <a:lnTo>
                  <a:pt x="73723" y="1345666"/>
                </a:lnTo>
                <a:lnTo>
                  <a:pt x="69227" y="1293761"/>
                </a:lnTo>
                <a:lnTo>
                  <a:pt x="64871" y="1241806"/>
                </a:lnTo>
                <a:lnTo>
                  <a:pt x="60642" y="1189786"/>
                </a:lnTo>
                <a:lnTo>
                  <a:pt x="56565" y="1137704"/>
                </a:lnTo>
                <a:lnTo>
                  <a:pt x="52603" y="1085557"/>
                </a:lnTo>
                <a:lnTo>
                  <a:pt x="48793" y="1033348"/>
                </a:lnTo>
                <a:lnTo>
                  <a:pt x="45097" y="981075"/>
                </a:lnTo>
                <a:lnTo>
                  <a:pt x="41541" y="928725"/>
                </a:lnTo>
                <a:lnTo>
                  <a:pt x="38112" y="876300"/>
                </a:lnTo>
                <a:lnTo>
                  <a:pt x="35407" y="827379"/>
                </a:lnTo>
                <a:lnTo>
                  <a:pt x="32778" y="778459"/>
                </a:lnTo>
                <a:lnTo>
                  <a:pt x="30200" y="729500"/>
                </a:lnTo>
                <a:lnTo>
                  <a:pt x="20104" y="533336"/>
                </a:lnTo>
                <a:lnTo>
                  <a:pt x="17526" y="484162"/>
                </a:lnTo>
                <a:lnTo>
                  <a:pt x="14897" y="434911"/>
                </a:lnTo>
                <a:lnTo>
                  <a:pt x="12192" y="385572"/>
                </a:lnTo>
                <a:lnTo>
                  <a:pt x="10998" y="337134"/>
                </a:lnTo>
                <a:lnTo>
                  <a:pt x="8445" y="240804"/>
                </a:lnTo>
                <a:lnTo>
                  <a:pt x="7239" y="192786"/>
                </a:lnTo>
                <a:lnTo>
                  <a:pt x="6184" y="144780"/>
                </a:lnTo>
                <a:lnTo>
                  <a:pt x="5334" y="96685"/>
                </a:lnTo>
                <a:lnTo>
                  <a:pt x="4775" y="48450"/>
                </a:lnTo>
                <a:lnTo>
                  <a:pt x="4572" y="0"/>
                </a:lnTo>
                <a:lnTo>
                  <a:pt x="0" y="0"/>
                </a:lnTo>
                <a:lnTo>
                  <a:pt x="203" y="48450"/>
                </a:lnTo>
                <a:lnTo>
                  <a:pt x="723" y="96685"/>
                </a:lnTo>
                <a:lnTo>
                  <a:pt x="1447" y="144780"/>
                </a:lnTo>
                <a:lnTo>
                  <a:pt x="3136" y="240804"/>
                </a:lnTo>
                <a:lnTo>
                  <a:pt x="3860" y="288899"/>
                </a:lnTo>
                <a:lnTo>
                  <a:pt x="4381" y="337134"/>
                </a:lnTo>
                <a:lnTo>
                  <a:pt x="4572" y="385572"/>
                </a:lnTo>
                <a:lnTo>
                  <a:pt x="6781" y="434911"/>
                </a:lnTo>
                <a:lnTo>
                  <a:pt x="8864" y="484162"/>
                </a:lnTo>
                <a:lnTo>
                  <a:pt x="12941" y="582752"/>
                </a:lnTo>
                <a:lnTo>
                  <a:pt x="15049" y="632079"/>
                </a:lnTo>
                <a:lnTo>
                  <a:pt x="17310" y="681520"/>
                </a:lnTo>
                <a:lnTo>
                  <a:pt x="19761" y="731075"/>
                </a:lnTo>
                <a:lnTo>
                  <a:pt x="22479" y="780796"/>
                </a:lnTo>
                <a:lnTo>
                  <a:pt x="25527" y="830719"/>
                </a:lnTo>
                <a:lnTo>
                  <a:pt x="28956" y="880872"/>
                </a:lnTo>
                <a:lnTo>
                  <a:pt x="31902" y="932637"/>
                </a:lnTo>
                <a:lnTo>
                  <a:pt x="34950" y="984440"/>
                </a:lnTo>
                <a:lnTo>
                  <a:pt x="38112" y="1036294"/>
                </a:lnTo>
                <a:lnTo>
                  <a:pt x="41389" y="1088174"/>
                </a:lnTo>
                <a:lnTo>
                  <a:pt x="44805" y="1140079"/>
                </a:lnTo>
                <a:lnTo>
                  <a:pt x="48348" y="1192009"/>
                </a:lnTo>
                <a:lnTo>
                  <a:pt x="52044" y="1243965"/>
                </a:lnTo>
                <a:lnTo>
                  <a:pt x="55880" y="1295933"/>
                </a:lnTo>
                <a:lnTo>
                  <a:pt x="59867" y="1347901"/>
                </a:lnTo>
                <a:lnTo>
                  <a:pt x="64020" y="1399882"/>
                </a:lnTo>
                <a:lnTo>
                  <a:pt x="68338" y="1451851"/>
                </a:lnTo>
                <a:lnTo>
                  <a:pt x="72821" y="1503819"/>
                </a:lnTo>
                <a:lnTo>
                  <a:pt x="77508" y="1555775"/>
                </a:lnTo>
                <a:lnTo>
                  <a:pt x="82372" y="1607705"/>
                </a:lnTo>
                <a:lnTo>
                  <a:pt x="87426" y="1659610"/>
                </a:lnTo>
                <a:lnTo>
                  <a:pt x="92684" y="1711490"/>
                </a:lnTo>
                <a:lnTo>
                  <a:pt x="98145" y="1763344"/>
                </a:lnTo>
                <a:lnTo>
                  <a:pt x="103835" y="1815147"/>
                </a:lnTo>
                <a:lnTo>
                  <a:pt x="109740" y="1866912"/>
                </a:lnTo>
                <a:lnTo>
                  <a:pt x="115100" y="1918627"/>
                </a:lnTo>
                <a:lnTo>
                  <a:pt x="120624" y="1970328"/>
                </a:lnTo>
                <a:lnTo>
                  <a:pt x="126314" y="2022017"/>
                </a:lnTo>
                <a:lnTo>
                  <a:pt x="132156" y="2073681"/>
                </a:lnTo>
                <a:lnTo>
                  <a:pt x="138163" y="2125319"/>
                </a:lnTo>
                <a:lnTo>
                  <a:pt x="144335" y="2176957"/>
                </a:lnTo>
                <a:lnTo>
                  <a:pt x="150672" y="2228583"/>
                </a:lnTo>
                <a:lnTo>
                  <a:pt x="157175" y="2280208"/>
                </a:lnTo>
                <a:lnTo>
                  <a:pt x="163855" y="2331821"/>
                </a:lnTo>
                <a:lnTo>
                  <a:pt x="170713" y="2383447"/>
                </a:lnTo>
                <a:lnTo>
                  <a:pt x="177749" y="2435060"/>
                </a:lnTo>
                <a:lnTo>
                  <a:pt x="184975" y="2486685"/>
                </a:lnTo>
                <a:lnTo>
                  <a:pt x="192379" y="2538311"/>
                </a:lnTo>
                <a:lnTo>
                  <a:pt x="199961" y="2589949"/>
                </a:lnTo>
                <a:lnTo>
                  <a:pt x="207733" y="2641587"/>
                </a:lnTo>
                <a:lnTo>
                  <a:pt x="215709" y="2693251"/>
                </a:lnTo>
                <a:lnTo>
                  <a:pt x="223875" y="2744940"/>
                </a:lnTo>
                <a:lnTo>
                  <a:pt x="232232" y="2796641"/>
                </a:lnTo>
                <a:lnTo>
                  <a:pt x="240804" y="2848368"/>
                </a:lnTo>
                <a:lnTo>
                  <a:pt x="248437" y="2897479"/>
                </a:lnTo>
                <a:lnTo>
                  <a:pt x="256247" y="2946527"/>
                </a:lnTo>
                <a:lnTo>
                  <a:pt x="264236" y="2995511"/>
                </a:lnTo>
                <a:lnTo>
                  <a:pt x="272415" y="3044444"/>
                </a:lnTo>
                <a:lnTo>
                  <a:pt x="280758" y="3093326"/>
                </a:lnTo>
                <a:lnTo>
                  <a:pt x="289267" y="3142145"/>
                </a:lnTo>
                <a:lnTo>
                  <a:pt x="297954" y="3190925"/>
                </a:lnTo>
                <a:lnTo>
                  <a:pt x="306806" y="3239655"/>
                </a:lnTo>
                <a:lnTo>
                  <a:pt x="315823" y="3288347"/>
                </a:lnTo>
                <a:lnTo>
                  <a:pt x="325005" y="3337001"/>
                </a:lnTo>
                <a:lnTo>
                  <a:pt x="334416" y="3386036"/>
                </a:lnTo>
                <a:lnTo>
                  <a:pt x="343827" y="3434194"/>
                </a:lnTo>
                <a:lnTo>
                  <a:pt x="353479" y="3482759"/>
                </a:lnTo>
                <a:lnTo>
                  <a:pt x="363283" y="3531298"/>
                </a:lnTo>
                <a:lnTo>
                  <a:pt x="373240" y="3579812"/>
                </a:lnTo>
                <a:lnTo>
                  <a:pt x="383349" y="3628313"/>
                </a:lnTo>
                <a:lnTo>
                  <a:pt x="393598" y="3676789"/>
                </a:lnTo>
                <a:lnTo>
                  <a:pt x="403987" y="3725265"/>
                </a:lnTo>
                <a:lnTo>
                  <a:pt x="414528" y="3773728"/>
                </a:lnTo>
                <a:lnTo>
                  <a:pt x="425208" y="3822204"/>
                </a:lnTo>
                <a:lnTo>
                  <a:pt x="428561" y="3831361"/>
                </a:lnTo>
                <a:lnTo>
                  <a:pt x="431495" y="3840683"/>
                </a:lnTo>
                <a:lnTo>
                  <a:pt x="433451" y="3849763"/>
                </a:lnTo>
                <a:close/>
              </a:path>
              <a:path w="1237615" h="6010909">
                <a:moveTo>
                  <a:pt x="539508" y="1130808"/>
                </a:moveTo>
                <a:lnTo>
                  <a:pt x="534936" y="1130808"/>
                </a:lnTo>
                <a:lnTo>
                  <a:pt x="525932" y="1182814"/>
                </a:lnTo>
                <a:lnTo>
                  <a:pt x="517220" y="1234821"/>
                </a:lnTo>
                <a:lnTo>
                  <a:pt x="508787" y="1286827"/>
                </a:lnTo>
                <a:lnTo>
                  <a:pt x="500646" y="1338834"/>
                </a:lnTo>
                <a:lnTo>
                  <a:pt x="492785" y="1390840"/>
                </a:lnTo>
                <a:lnTo>
                  <a:pt x="485216" y="1442847"/>
                </a:lnTo>
                <a:lnTo>
                  <a:pt x="477926" y="1494853"/>
                </a:lnTo>
                <a:lnTo>
                  <a:pt x="470928" y="1546860"/>
                </a:lnTo>
                <a:lnTo>
                  <a:pt x="464845" y="1598803"/>
                </a:lnTo>
                <a:lnTo>
                  <a:pt x="459130" y="1650644"/>
                </a:lnTo>
                <a:lnTo>
                  <a:pt x="453745" y="1702409"/>
                </a:lnTo>
                <a:lnTo>
                  <a:pt x="448627" y="1754124"/>
                </a:lnTo>
                <a:lnTo>
                  <a:pt x="443725" y="1805851"/>
                </a:lnTo>
                <a:lnTo>
                  <a:pt x="438988" y="1857616"/>
                </a:lnTo>
                <a:lnTo>
                  <a:pt x="434352" y="1909457"/>
                </a:lnTo>
                <a:lnTo>
                  <a:pt x="429768" y="1961388"/>
                </a:lnTo>
                <a:lnTo>
                  <a:pt x="425272" y="2011083"/>
                </a:lnTo>
                <a:lnTo>
                  <a:pt x="421043" y="2060663"/>
                </a:lnTo>
                <a:lnTo>
                  <a:pt x="417080" y="2110155"/>
                </a:lnTo>
                <a:lnTo>
                  <a:pt x="413537" y="2157666"/>
                </a:lnTo>
                <a:lnTo>
                  <a:pt x="410121" y="2206879"/>
                </a:lnTo>
                <a:lnTo>
                  <a:pt x="406844" y="2258174"/>
                </a:lnTo>
                <a:lnTo>
                  <a:pt x="403974" y="2307425"/>
                </a:lnTo>
                <a:lnTo>
                  <a:pt x="401370" y="2356650"/>
                </a:lnTo>
                <a:lnTo>
                  <a:pt x="399034" y="2405862"/>
                </a:lnTo>
                <a:lnTo>
                  <a:pt x="396976" y="2455087"/>
                </a:lnTo>
                <a:lnTo>
                  <a:pt x="395173" y="2504338"/>
                </a:lnTo>
                <a:lnTo>
                  <a:pt x="393649" y="2553614"/>
                </a:lnTo>
                <a:lnTo>
                  <a:pt x="392391" y="2602954"/>
                </a:lnTo>
                <a:lnTo>
                  <a:pt x="391414" y="2652357"/>
                </a:lnTo>
                <a:lnTo>
                  <a:pt x="390715" y="2701848"/>
                </a:lnTo>
                <a:lnTo>
                  <a:pt x="390296" y="2751378"/>
                </a:lnTo>
                <a:lnTo>
                  <a:pt x="390144" y="2801112"/>
                </a:lnTo>
                <a:lnTo>
                  <a:pt x="389699" y="2850604"/>
                </a:lnTo>
                <a:lnTo>
                  <a:pt x="389623" y="2956445"/>
                </a:lnTo>
                <a:lnTo>
                  <a:pt x="389915" y="2999638"/>
                </a:lnTo>
                <a:lnTo>
                  <a:pt x="390512" y="3049486"/>
                </a:lnTo>
                <a:lnTo>
                  <a:pt x="391388" y="3099409"/>
                </a:lnTo>
                <a:lnTo>
                  <a:pt x="392531" y="3149409"/>
                </a:lnTo>
                <a:lnTo>
                  <a:pt x="393954" y="3199447"/>
                </a:lnTo>
                <a:lnTo>
                  <a:pt x="395681" y="3249561"/>
                </a:lnTo>
                <a:lnTo>
                  <a:pt x="397675" y="3299701"/>
                </a:lnTo>
                <a:lnTo>
                  <a:pt x="399986" y="3349891"/>
                </a:lnTo>
                <a:lnTo>
                  <a:pt x="402577" y="3400120"/>
                </a:lnTo>
                <a:lnTo>
                  <a:pt x="405485" y="3450374"/>
                </a:lnTo>
                <a:lnTo>
                  <a:pt x="408698" y="3500640"/>
                </a:lnTo>
                <a:lnTo>
                  <a:pt x="412216" y="3550932"/>
                </a:lnTo>
                <a:lnTo>
                  <a:pt x="416052" y="3601212"/>
                </a:lnTo>
                <a:lnTo>
                  <a:pt x="426085" y="3646271"/>
                </a:lnTo>
                <a:lnTo>
                  <a:pt x="435673" y="3691890"/>
                </a:lnTo>
                <a:lnTo>
                  <a:pt x="444995" y="3737521"/>
                </a:lnTo>
                <a:lnTo>
                  <a:pt x="454152" y="3782568"/>
                </a:lnTo>
                <a:lnTo>
                  <a:pt x="458724" y="3785616"/>
                </a:lnTo>
                <a:lnTo>
                  <a:pt x="449199" y="3710178"/>
                </a:lnTo>
                <a:lnTo>
                  <a:pt x="441960" y="3634740"/>
                </a:lnTo>
                <a:lnTo>
                  <a:pt x="438073" y="3582200"/>
                </a:lnTo>
                <a:lnTo>
                  <a:pt x="434403" y="3529736"/>
                </a:lnTo>
                <a:lnTo>
                  <a:pt x="430949" y="3477323"/>
                </a:lnTo>
                <a:lnTo>
                  <a:pt x="427723" y="3424986"/>
                </a:lnTo>
                <a:lnTo>
                  <a:pt x="424738" y="3372701"/>
                </a:lnTo>
                <a:lnTo>
                  <a:pt x="421982" y="3320478"/>
                </a:lnTo>
                <a:lnTo>
                  <a:pt x="419468" y="3268319"/>
                </a:lnTo>
                <a:lnTo>
                  <a:pt x="417195" y="3216211"/>
                </a:lnTo>
                <a:lnTo>
                  <a:pt x="415188" y="3164167"/>
                </a:lnTo>
                <a:lnTo>
                  <a:pt x="413423" y="3112160"/>
                </a:lnTo>
                <a:lnTo>
                  <a:pt x="411911" y="3060217"/>
                </a:lnTo>
                <a:lnTo>
                  <a:pt x="410679" y="3008312"/>
                </a:lnTo>
                <a:lnTo>
                  <a:pt x="409702" y="2956445"/>
                </a:lnTo>
                <a:lnTo>
                  <a:pt x="409003" y="2904629"/>
                </a:lnTo>
                <a:lnTo>
                  <a:pt x="408584" y="2852851"/>
                </a:lnTo>
                <a:lnTo>
                  <a:pt x="408559" y="2751378"/>
                </a:lnTo>
                <a:lnTo>
                  <a:pt x="408940" y="2701671"/>
                </a:lnTo>
                <a:lnTo>
                  <a:pt x="409562" y="2652001"/>
                </a:lnTo>
                <a:lnTo>
                  <a:pt x="410438" y="2602369"/>
                </a:lnTo>
                <a:lnTo>
                  <a:pt x="411543" y="2552776"/>
                </a:lnTo>
                <a:lnTo>
                  <a:pt x="412889" y="2503233"/>
                </a:lnTo>
                <a:lnTo>
                  <a:pt x="414477" y="2453716"/>
                </a:lnTo>
                <a:lnTo>
                  <a:pt x="416280" y="2404262"/>
                </a:lnTo>
                <a:lnTo>
                  <a:pt x="418325" y="2354834"/>
                </a:lnTo>
                <a:lnTo>
                  <a:pt x="420573" y="2305469"/>
                </a:lnTo>
                <a:lnTo>
                  <a:pt x="423037" y="2256155"/>
                </a:lnTo>
                <a:lnTo>
                  <a:pt x="425704" y="2206879"/>
                </a:lnTo>
                <a:lnTo>
                  <a:pt x="428586" y="2157666"/>
                </a:lnTo>
                <a:lnTo>
                  <a:pt x="431647" y="2108517"/>
                </a:lnTo>
                <a:lnTo>
                  <a:pt x="434911" y="2059419"/>
                </a:lnTo>
                <a:lnTo>
                  <a:pt x="438353" y="2010371"/>
                </a:lnTo>
                <a:lnTo>
                  <a:pt x="441960" y="1961388"/>
                </a:lnTo>
                <a:lnTo>
                  <a:pt x="445541" y="1909457"/>
                </a:lnTo>
                <a:lnTo>
                  <a:pt x="449414" y="1857616"/>
                </a:lnTo>
                <a:lnTo>
                  <a:pt x="453618" y="1805851"/>
                </a:lnTo>
                <a:lnTo>
                  <a:pt x="458152" y="1754124"/>
                </a:lnTo>
                <a:lnTo>
                  <a:pt x="463054" y="1702409"/>
                </a:lnTo>
                <a:lnTo>
                  <a:pt x="468325" y="1650644"/>
                </a:lnTo>
                <a:lnTo>
                  <a:pt x="473989" y="1598803"/>
                </a:lnTo>
                <a:lnTo>
                  <a:pt x="480072" y="1546860"/>
                </a:lnTo>
                <a:lnTo>
                  <a:pt x="486371" y="1494853"/>
                </a:lnTo>
                <a:lnTo>
                  <a:pt x="492785" y="1442847"/>
                </a:lnTo>
                <a:lnTo>
                  <a:pt x="499402" y="1390840"/>
                </a:lnTo>
                <a:lnTo>
                  <a:pt x="506361" y="1338834"/>
                </a:lnTo>
                <a:lnTo>
                  <a:pt x="513727" y="1286827"/>
                </a:lnTo>
                <a:lnTo>
                  <a:pt x="521639" y="1234821"/>
                </a:lnTo>
                <a:lnTo>
                  <a:pt x="530199" y="1182814"/>
                </a:lnTo>
                <a:lnTo>
                  <a:pt x="539508" y="1130808"/>
                </a:lnTo>
                <a:close/>
              </a:path>
              <a:path w="1237615" h="6010909">
                <a:moveTo>
                  <a:pt x="830592" y="5062728"/>
                </a:moveTo>
                <a:lnTo>
                  <a:pt x="798029" y="4969649"/>
                </a:lnTo>
                <a:lnTo>
                  <a:pt x="781964" y="4922901"/>
                </a:lnTo>
                <a:lnTo>
                  <a:pt x="766127" y="4876038"/>
                </a:lnTo>
                <a:lnTo>
                  <a:pt x="750608" y="4829086"/>
                </a:lnTo>
                <a:lnTo>
                  <a:pt x="735495" y="4782096"/>
                </a:lnTo>
                <a:lnTo>
                  <a:pt x="720852" y="4735068"/>
                </a:lnTo>
                <a:lnTo>
                  <a:pt x="704850" y="4685919"/>
                </a:lnTo>
                <a:lnTo>
                  <a:pt x="689076" y="4636655"/>
                </a:lnTo>
                <a:lnTo>
                  <a:pt x="673531" y="4587265"/>
                </a:lnTo>
                <a:lnTo>
                  <a:pt x="658215" y="4537761"/>
                </a:lnTo>
                <a:lnTo>
                  <a:pt x="643153" y="4488154"/>
                </a:lnTo>
                <a:lnTo>
                  <a:pt x="628319" y="4438459"/>
                </a:lnTo>
                <a:lnTo>
                  <a:pt x="613740" y="4388650"/>
                </a:lnTo>
                <a:lnTo>
                  <a:pt x="599401" y="4338764"/>
                </a:lnTo>
                <a:lnTo>
                  <a:pt x="585317" y="4288790"/>
                </a:lnTo>
                <a:lnTo>
                  <a:pt x="571474" y="4238739"/>
                </a:lnTo>
                <a:lnTo>
                  <a:pt x="557898" y="4188612"/>
                </a:lnTo>
                <a:lnTo>
                  <a:pt x="544576" y="4138422"/>
                </a:lnTo>
                <a:lnTo>
                  <a:pt x="531507" y="4088168"/>
                </a:lnTo>
                <a:lnTo>
                  <a:pt x="518706" y="4037863"/>
                </a:lnTo>
                <a:lnTo>
                  <a:pt x="506171" y="3987495"/>
                </a:lnTo>
                <a:lnTo>
                  <a:pt x="493903" y="3937076"/>
                </a:lnTo>
                <a:lnTo>
                  <a:pt x="481901" y="3886631"/>
                </a:lnTo>
                <a:lnTo>
                  <a:pt x="470179" y="3836136"/>
                </a:lnTo>
                <a:lnTo>
                  <a:pt x="458724" y="3785616"/>
                </a:lnTo>
                <a:lnTo>
                  <a:pt x="469455" y="3891686"/>
                </a:lnTo>
                <a:lnTo>
                  <a:pt x="475183" y="3944721"/>
                </a:lnTo>
                <a:lnTo>
                  <a:pt x="481647" y="3997756"/>
                </a:lnTo>
                <a:lnTo>
                  <a:pt x="489204" y="4050792"/>
                </a:lnTo>
                <a:lnTo>
                  <a:pt x="501713" y="4101046"/>
                </a:lnTo>
                <a:lnTo>
                  <a:pt x="514413" y="4151198"/>
                </a:lnTo>
                <a:lnTo>
                  <a:pt x="527291" y="4201274"/>
                </a:lnTo>
                <a:lnTo>
                  <a:pt x="540372" y="4251261"/>
                </a:lnTo>
                <a:lnTo>
                  <a:pt x="553656" y="4301160"/>
                </a:lnTo>
                <a:lnTo>
                  <a:pt x="567143" y="4350994"/>
                </a:lnTo>
                <a:lnTo>
                  <a:pt x="580834" y="4400740"/>
                </a:lnTo>
                <a:lnTo>
                  <a:pt x="594741" y="4450435"/>
                </a:lnTo>
                <a:lnTo>
                  <a:pt x="608863" y="4500054"/>
                </a:lnTo>
                <a:lnTo>
                  <a:pt x="623189" y="4549610"/>
                </a:lnTo>
                <a:lnTo>
                  <a:pt x="637743" y="4599102"/>
                </a:lnTo>
                <a:lnTo>
                  <a:pt x="652526" y="4648543"/>
                </a:lnTo>
                <a:lnTo>
                  <a:pt x="667524" y="4697933"/>
                </a:lnTo>
                <a:lnTo>
                  <a:pt x="682752" y="4747260"/>
                </a:lnTo>
                <a:lnTo>
                  <a:pt x="713536" y="4842726"/>
                </a:lnTo>
                <a:lnTo>
                  <a:pt x="729208" y="4890351"/>
                </a:lnTo>
                <a:lnTo>
                  <a:pt x="745159" y="4937874"/>
                </a:lnTo>
                <a:lnTo>
                  <a:pt x="761415" y="4985245"/>
                </a:lnTo>
                <a:lnTo>
                  <a:pt x="778040" y="5032426"/>
                </a:lnTo>
                <a:lnTo>
                  <a:pt x="795070" y="5079377"/>
                </a:lnTo>
                <a:lnTo>
                  <a:pt x="812571" y="5126075"/>
                </a:lnTo>
                <a:lnTo>
                  <a:pt x="830592" y="5172456"/>
                </a:lnTo>
                <a:lnTo>
                  <a:pt x="830592" y="5062728"/>
                </a:lnTo>
                <a:close/>
              </a:path>
              <a:path w="1237615" h="6010909">
                <a:moveTo>
                  <a:pt x="917460" y="5788152"/>
                </a:moveTo>
                <a:lnTo>
                  <a:pt x="914260" y="5779008"/>
                </a:lnTo>
                <a:lnTo>
                  <a:pt x="908456" y="5760720"/>
                </a:lnTo>
                <a:lnTo>
                  <a:pt x="905268" y="5751576"/>
                </a:lnTo>
                <a:lnTo>
                  <a:pt x="892733" y="5700573"/>
                </a:lnTo>
                <a:lnTo>
                  <a:pt x="880503" y="5648706"/>
                </a:lnTo>
                <a:lnTo>
                  <a:pt x="868832" y="5596852"/>
                </a:lnTo>
                <a:lnTo>
                  <a:pt x="858024" y="5545836"/>
                </a:lnTo>
                <a:lnTo>
                  <a:pt x="841273" y="5501297"/>
                </a:lnTo>
                <a:lnTo>
                  <a:pt x="824661" y="5456148"/>
                </a:lnTo>
                <a:lnTo>
                  <a:pt x="808304" y="5410581"/>
                </a:lnTo>
                <a:lnTo>
                  <a:pt x="792314" y="5364772"/>
                </a:lnTo>
                <a:lnTo>
                  <a:pt x="776846" y="5318861"/>
                </a:lnTo>
                <a:lnTo>
                  <a:pt x="745680" y="5223243"/>
                </a:lnTo>
                <a:lnTo>
                  <a:pt x="729856" y="5173269"/>
                </a:lnTo>
                <a:lnTo>
                  <a:pt x="714502" y="5123129"/>
                </a:lnTo>
                <a:lnTo>
                  <a:pt x="699643" y="5072850"/>
                </a:lnTo>
                <a:lnTo>
                  <a:pt x="685253" y="5022443"/>
                </a:lnTo>
                <a:lnTo>
                  <a:pt x="671322" y="4971910"/>
                </a:lnTo>
                <a:lnTo>
                  <a:pt x="657860" y="4921262"/>
                </a:lnTo>
                <a:lnTo>
                  <a:pt x="644855" y="4870513"/>
                </a:lnTo>
                <a:lnTo>
                  <a:pt x="632282" y="4819688"/>
                </a:lnTo>
                <a:lnTo>
                  <a:pt x="620153" y="4768774"/>
                </a:lnTo>
                <a:lnTo>
                  <a:pt x="608469" y="4717796"/>
                </a:lnTo>
                <a:lnTo>
                  <a:pt x="597204" y="4666754"/>
                </a:lnTo>
                <a:lnTo>
                  <a:pt x="586359" y="4615675"/>
                </a:lnTo>
                <a:lnTo>
                  <a:pt x="575919" y="4564558"/>
                </a:lnTo>
                <a:lnTo>
                  <a:pt x="565899" y="4513427"/>
                </a:lnTo>
                <a:lnTo>
                  <a:pt x="556272" y="4462272"/>
                </a:lnTo>
                <a:lnTo>
                  <a:pt x="545312" y="4411777"/>
                </a:lnTo>
                <a:lnTo>
                  <a:pt x="535266" y="4360913"/>
                </a:lnTo>
                <a:lnTo>
                  <a:pt x="525995" y="4309719"/>
                </a:lnTo>
                <a:lnTo>
                  <a:pt x="517410" y="4258246"/>
                </a:lnTo>
                <a:lnTo>
                  <a:pt x="509384" y="4206583"/>
                </a:lnTo>
                <a:lnTo>
                  <a:pt x="501827" y="4154741"/>
                </a:lnTo>
                <a:lnTo>
                  <a:pt x="494639" y="4102798"/>
                </a:lnTo>
                <a:lnTo>
                  <a:pt x="487692" y="4050792"/>
                </a:lnTo>
                <a:lnTo>
                  <a:pt x="477316" y="4005567"/>
                </a:lnTo>
                <a:lnTo>
                  <a:pt x="466496" y="3961066"/>
                </a:lnTo>
                <a:lnTo>
                  <a:pt x="444715" y="3872788"/>
                </a:lnTo>
                <a:lnTo>
                  <a:pt x="434352" y="3828288"/>
                </a:lnTo>
                <a:lnTo>
                  <a:pt x="439102" y="3877551"/>
                </a:lnTo>
                <a:lnTo>
                  <a:pt x="444233" y="3926852"/>
                </a:lnTo>
                <a:lnTo>
                  <a:pt x="449732" y="3976179"/>
                </a:lnTo>
                <a:lnTo>
                  <a:pt x="455574" y="4025493"/>
                </a:lnTo>
                <a:lnTo>
                  <a:pt x="461772" y="4074807"/>
                </a:lnTo>
                <a:lnTo>
                  <a:pt x="468299" y="4124096"/>
                </a:lnTo>
                <a:lnTo>
                  <a:pt x="475157" y="4173321"/>
                </a:lnTo>
                <a:lnTo>
                  <a:pt x="482333" y="4222496"/>
                </a:lnTo>
                <a:lnTo>
                  <a:pt x="489826" y="4271594"/>
                </a:lnTo>
                <a:lnTo>
                  <a:pt x="497611" y="4320591"/>
                </a:lnTo>
                <a:lnTo>
                  <a:pt x="505701" y="4369486"/>
                </a:lnTo>
                <a:lnTo>
                  <a:pt x="514083" y="4418241"/>
                </a:lnTo>
                <a:lnTo>
                  <a:pt x="522744" y="4466844"/>
                </a:lnTo>
                <a:lnTo>
                  <a:pt x="531787" y="4515510"/>
                </a:lnTo>
                <a:lnTo>
                  <a:pt x="541185" y="4564138"/>
                </a:lnTo>
                <a:lnTo>
                  <a:pt x="550926" y="4612716"/>
                </a:lnTo>
                <a:lnTo>
                  <a:pt x="561022" y="4661255"/>
                </a:lnTo>
                <a:lnTo>
                  <a:pt x="571461" y="4709731"/>
                </a:lnTo>
                <a:lnTo>
                  <a:pt x="582256" y="4758144"/>
                </a:lnTo>
                <a:lnTo>
                  <a:pt x="593394" y="4806505"/>
                </a:lnTo>
                <a:lnTo>
                  <a:pt x="604875" y="4854791"/>
                </a:lnTo>
                <a:lnTo>
                  <a:pt x="616712" y="4903000"/>
                </a:lnTo>
                <a:lnTo>
                  <a:pt x="628891" y="4951120"/>
                </a:lnTo>
                <a:lnTo>
                  <a:pt x="641426" y="4999164"/>
                </a:lnTo>
                <a:lnTo>
                  <a:pt x="654304" y="5047107"/>
                </a:lnTo>
                <a:lnTo>
                  <a:pt x="667524" y="5094948"/>
                </a:lnTo>
                <a:lnTo>
                  <a:pt x="681101" y="5142687"/>
                </a:lnTo>
                <a:lnTo>
                  <a:pt x="695020" y="5190325"/>
                </a:lnTo>
                <a:lnTo>
                  <a:pt x="709282" y="5237848"/>
                </a:lnTo>
                <a:lnTo>
                  <a:pt x="723912" y="5285232"/>
                </a:lnTo>
                <a:lnTo>
                  <a:pt x="740067" y="5334012"/>
                </a:lnTo>
                <a:lnTo>
                  <a:pt x="756577" y="5383136"/>
                </a:lnTo>
                <a:lnTo>
                  <a:pt x="773518" y="5432501"/>
                </a:lnTo>
                <a:lnTo>
                  <a:pt x="790968" y="5482018"/>
                </a:lnTo>
                <a:lnTo>
                  <a:pt x="808977" y="5531624"/>
                </a:lnTo>
                <a:lnTo>
                  <a:pt x="827633" y="5581205"/>
                </a:lnTo>
                <a:lnTo>
                  <a:pt x="847001" y="5630672"/>
                </a:lnTo>
                <a:lnTo>
                  <a:pt x="867168" y="5679948"/>
                </a:lnTo>
                <a:lnTo>
                  <a:pt x="879741" y="5705856"/>
                </a:lnTo>
                <a:lnTo>
                  <a:pt x="892314" y="5732907"/>
                </a:lnTo>
                <a:lnTo>
                  <a:pt x="917460" y="5788152"/>
                </a:lnTo>
                <a:close/>
              </a:path>
              <a:path w="1237615" h="6010909">
                <a:moveTo>
                  <a:pt x="1237500" y="6010656"/>
                </a:moveTo>
                <a:lnTo>
                  <a:pt x="1215415" y="5968162"/>
                </a:lnTo>
                <a:lnTo>
                  <a:pt x="1193698" y="5925223"/>
                </a:lnTo>
                <a:lnTo>
                  <a:pt x="1172311" y="5881865"/>
                </a:lnTo>
                <a:lnTo>
                  <a:pt x="1151204" y="5838063"/>
                </a:lnTo>
                <a:lnTo>
                  <a:pt x="1130287" y="5793854"/>
                </a:lnTo>
                <a:lnTo>
                  <a:pt x="1109548" y="5749201"/>
                </a:lnTo>
                <a:lnTo>
                  <a:pt x="1088910" y="5704129"/>
                </a:lnTo>
                <a:lnTo>
                  <a:pt x="1068336" y="5658612"/>
                </a:lnTo>
                <a:lnTo>
                  <a:pt x="1048473" y="5614047"/>
                </a:lnTo>
                <a:lnTo>
                  <a:pt x="1029106" y="5569102"/>
                </a:lnTo>
                <a:lnTo>
                  <a:pt x="1010158" y="5523839"/>
                </a:lnTo>
                <a:lnTo>
                  <a:pt x="991565" y="5478348"/>
                </a:lnTo>
                <a:lnTo>
                  <a:pt x="973277" y="5432679"/>
                </a:lnTo>
                <a:lnTo>
                  <a:pt x="937298" y="5341163"/>
                </a:lnTo>
                <a:lnTo>
                  <a:pt x="883932" y="5204460"/>
                </a:lnTo>
                <a:lnTo>
                  <a:pt x="865492" y="5157965"/>
                </a:lnTo>
                <a:lnTo>
                  <a:pt x="859548" y="5141976"/>
                </a:lnTo>
                <a:lnTo>
                  <a:pt x="859586" y="5171110"/>
                </a:lnTo>
                <a:lnTo>
                  <a:pt x="859929" y="5201221"/>
                </a:lnTo>
                <a:lnTo>
                  <a:pt x="862596" y="5263896"/>
                </a:lnTo>
                <a:lnTo>
                  <a:pt x="899248" y="5356314"/>
                </a:lnTo>
                <a:lnTo>
                  <a:pt x="917740" y="5402415"/>
                </a:lnTo>
                <a:lnTo>
                  <a:pt x="936409" y="5448414"/>
                </a:lnTo>
                <a:lnTo>
                  <a:pt x="955332" y="5494261"/>
                </a:lnTo>
                <a:lnTo>
                  <a:pt x="974572" y="5539918"/>
                </a:lnTo>
                <a:lnTo>
                  <a:pt x="994194" y="5585345"/>
                </a:lnTo>
                <a:lnTo>
                  <a:pt x="1014247" y="5630519"/>
                </a:lnTo>
                <a:lnTo>
                  <a:pt x="1034808" y="5675376"/>
                </a:lnTo>
                <a:lnTo>
                  <a:pt x="1056627" y="5723712"/>
                </a:lnTo>
                <a:lnTo>
                  <a:pt x="1078928" y="5771972"/>
                </a:lnTo>
                <a:lnTo>
                  <a:pt x="1101623" y="5820143"/>
                </a:lnTo>
                <a:lnTo>
                  <a:pt x="1124648" y="5868149"/>
                </a:lnTo>
                <a:lnTo>
                  <a:pt x="1147902" y="5915939"/>
                </a:lnTo>
                <a:lnTo>
                  <a:pt x="1171321" y="5963463"/>
                </a:lnTo>
                <a:lnTo>
                  <a:pt x="1194828" y="6010656"/>
                </a:lnTo>
                <a:lnTo>
                  <a:pt x="1237500" y="6010656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5360" y="6536436"/>
            <a:ext cx="117348" cy="24688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41947" y="3532631"/>
            <a:ext cx="1649095" cy="2382520"/>
          </a:xfrm>
          <a:custGeom>
            <a:avLst/>
            <a:gdLst/>
            <a:ahLst/>
            <a:cxnLst/>
            <a:rect l="l" t="t" r="r" b="b"/>
            <a:pathLst>
              <a:path w="1649095" h="2382520">
                <a:moveTo>
                  <a:pt x="71640" y="1290840"/>
                </a:moveTo>
                <a:lnTo>
                  <a:pt x="64655" y="1238542"/>
                </a:lnTo>
                <a:lnTo>
                  <a:pt x="58267" y="1185964"/>
                </a:lnTo>
                <a:lnTo>
                  <a:pt x="52324" y="1133157"/>
                </a:lnTo>
                <a:lnTo>
                  <a:pt x="46659" y="1080211"/>
                </a:lnTo>
                <a:lnTo>
                  <a:pt x="41160" y="1027176"/>
                </a:lnTo>
                <a:lnTo>
                  <a:pt x="38112" y="1022604"/>
                </a:lnTo>
                <a:lnTo>
                  <a:pt x="28079" y="978433"/>
                </a:lnTo>
                <a:lnTo>
                  <a:pt x="18491" y="933259"/>
                </a:lnTo>
                <a:lnTo>
                  <a:pt x="9169" y="887806"/>
                </a:lnTo>
                <a:lnTo>
                  <a:pt x="0" y="842772"/>
                </a:lnTo>
                <a:lnTo>
                  <a:pt x="0" y="876300"/>
                </a:lnTo>
                <a:lnTo>
                  <a:pt x="3263" y="923912"/>
                </a:lnTo>
                <a:lnTo>
                  <a:pt x="7810" y="972502"/>
                </a:lnTo>
                <a:lnTo>
                  <a:pt x="12649" y="1021397"/>
                </a:lnTo>
                <a:lnTo>
                  <a:pt x="12750" y="1022604"/>
                </a:lnTo>
                <a:lnTo>
                  <a:pt x="16776" y="1069848"/>
                </a:lnTo>
                <a:lnTo>
                  <a:pt x="30060" y="1125385"/>
                </a:lnTo>
                <a:lnTo>
                  <a:pt x="58343" y="1235303"/>
                </a:lnTo>
                <a:lnTo>
                  <a:pt x="71640" y="1290840"/>
                </a:lnTo>
                <a:close/>
              </a:path>
              <a:path w="1649095" h="2382520">
                <a:moveTo>
                  <a:pt x="1648980" y="0"/>
                </a:moveTo>
                <a:lnTo>
                  <a:pt x="1644408" y="0"/>
                </a:lnTo>
                <a:lnTo>
                  <a:pt x="1613357" y="27698"/>
                </a:lnTo>
                <a:lnTo>
                  <a:pt x="1582305" y="55816"/>
                </a:lnTo>
                <a:lnTo>
                  <a:pt x="1551825" y="84226"/>
                </a:lnTo>
                <a:lnTo>
                  <a:pt x="1522488" y="112776"/>
                </a:lnTo>
                <a:lnTo>
                  <a:pt x="1494790" y="143827"/>
                </a:lnTo>
                <a:lnTo>
                  <a:pt x="1466672" y="174879"/>
                </a:lnTo>
                <a:lnTo>
                  <a:pt x="1438262" y="205359"/>
                </a:lnTo>
                <a:lnTo>
                  <a:pt x="1409712" y="234696"/>
                </a:lnTo>
                <a:lnTo>
                  <a:pt x="1375714" y="270637"/>
                </a:lnTo>
                <a:lnTo>
                  <a:pt x="1342872" y="306654"/>
                </a:lnTo>
                <a:lnTo>
                  <a:pt x="1311021" y="342836"/>
                </a:lnTo>
                <a:lnTo>
                  <a:pt x="1279982" y="379247"/>
                </a:lnTo>
                <a:lnTo>
                  <a:pt x="1249616" y="415988"/>
                </a:lnTo>
                <a:lnTo>
                  <a:pt x="1219758" y="453123"/>
                </a:lnTo>
                <a:lnTo>
                  <a:pt x="1190256" y="490728"/>
                </a:lnTo>
                <a:lnTo>
                  <a:pt x="1157808" y="531342"/>
                </a:lnTo>
                <a:lnTo>
                  <a:pt x="1125918" y="572274"/>
                </a:lnTo>
                <a:lnTo>
                  <a:pt x="1094587" y="613524"/>
                </a:lnTo>
                <a:lnTo>
                  <a:pt x="1063790" y="655104"/>
                </a:lnTo>
                <a:lnTo>
                  <a:pt x="1033564" y="697014"/>
                </a:lnTo>
                <a:lnTo>
                  <a:pt x="1003896" y="739241"/>
                </a:lnTo>
                <a:lnTo>
                  <a:pt x="974788" y="781799"/>
                </a:lnTo>
                <a:lnTo>
                  <a:pt x="946264" y="824674"/>
                </a:lnTo>
                <a:lnTo>
                  <a:pt x="918298" y="867879"/>
                </a:lnTo>
                <a:lnTo>
                  <a:pt x="890917" y="911415"/>
                </a:lnTo>
                <a:lnTo>
                  <a:pt x="864120" y="955268"/>
                </a:lnTo>
                <a:lnTo>
                  <a:pt x="837920" y="999439"/>
                </a:lnTo>
                <a:lnTo>
                  <a:pt x="812304" y="1043940"/>
                </a:lnTo>
                <a:lnTo>
                  <a:pt x="786333" y="1089482"/>
                </a:lnTo>
                <a:lnTo>
                  <a:pt x="761174" y="1135329"/>
                </a:lnTo>
                <a:lnTo>
                  <a:pt x="736841" y="1181506"/>
                </a:lnTo>
                <a:lnTo>
                  <a:pt x="713333" y="1228013"/>
                </a:lnTo>
                <a:lnTo>
                  <a:pt x="690651" y="1274851"/>
                </a:lnTo>
                <a:lnTo>
                  <a:pt x="668794" y="1321993"/>
                </a:lnTo>
                <a:lnTo>
                  <a:pt x="647776" y="1369479"/>
                </a:lnTo>
                <a:lnTo>
                  <a:pt x="627608" y="1417281"/>
                </a:lnTo>
                <a:lnTo>
                  <a:pt x="608279" y="1465414"/>
                </a:lnTo>
                <a:lnTo>
                  <a:pt x="589800" y="1513865"/>
                </a:lnTo>
                <a:lnTo>
                  <a:pt x="572173" y="1562633"/>
                </a:lnTo>
                <a:lnTo>
                  <a:pt x="555409" y="1611744"/>
                </a:lnTo>
                <a:lnTo>
                  <a:pt x="539508" y="1661160"/>
                </a:lnTo>
                <a:lnTo>
                  <a:pt x="523481" y="1708556"/>
                </a:lnTo>
                <a:lnTo>
                  <a:pt x="508508" y="1756435"/>
                </a:lnTo>
                <a:lnTo>
                  <a:pt x="494563" y="1804771"/>
                </a:lnTo>
                <a:lnTo>
                  <a:pt x="481647" y="1853514"/>
                </a:lnTo>
                <a:lnTo>
                  <a:pt x="469785" y="1902612"/>
                </a:lnTo>
                <a:lnTo>
                  <a:pt x="458978" y="1952015"/>
                </a:lnTo>
                <a:lnTo>
                  <a:pt x="449224" y="2001697"/>
                </a:lnTo>
                <a:lnTo>
                  <a:pt x="440512" y="2051583"/>
                </a:lnTo>
                <a:lnTo>
                  <a:pt x="432879" y="2101659"/>
                </a:lnTo>
                <a:lnTo>
                  <a:pt x="426300" y="2151862"/>
                </a:lnTo>
                <a:lnTo>
                  <a:pt x="420801" y="2202142"/>
                </a:lnTo>
                <a:lnTo>
                  <a:pt x="416369" y="2252459"/>
                </a:lnTo>
                <a:lnTo>
                  <a:pt x="413004" y="2302764"/>
                </a:lnTo>
                <a:lnTo>
                  <a:pt x="421601" y="2321369"/>
                </a:lnTo>
                <a:lnTo>
                  <a:pt x="429196" y="2340686"/>
                </a:lnTo>
                <a:lnTo>
                  <a:pt x="435940" y="2360853"/>
                </a:lnTo>
                <a:lnTo>
                  <a:pt x="441960" y="2382024"/>
                </a:lnTo>
                <a:lnTo>
                  <a:pt x="442036" y="2366035"/>
                </a:lnTo>
                <a:lnTo>
                  <a:pt x="442531" y="2350211"/>
                </a:lnTo>
                <a:lnTo>
                  <a:pt x="443890" y="2334653"/>
                </a:lnTo>
                <a:lnTo>
                  <a:pt x="446544" y="2319528"/>
                </a:lnTo>
                <a:lnTo>
                  <a:pt x="448233" y="2269172"/>
                </a:lnTo>
                <a:lnTo>
                  <a:pt x="451205" y="2218664"/>
                </a:lnTo>
                <a:lnTo>
                  <a:pt x="455422" y="2168080"/>
                </a:lnTo>
                <a:lnTo>
                  <a:pt x="460832" y="2117420"/>
                </a:lnTo>
                <a:lnTo>
                  <a:pt x="467436" y="2066734"/>
                </a:lnTo>
                <a:lnTo>
                  <a:pt x="475195" y="2016061"/>
                </a:lnTo>
                <a:lnTo>
                  <a:pt x="484073" y="1965413"/>
                </a:lnTo>
                <a:lnTo>
                  <a:pt x="494042" y="1914842"/>
                </a:lnTo>
                <a:lnTo>
                  <a:pt x="505091" y="1864372"/>
                </a:lnTo>
                <a:lnTo>
                  <a:pt x="517156" y="1814042"/>
                </a:lnTo>
                <a:lnTo>
                  <a:pt x="530237" y="1763890"/>
                </a:lnTo>
                <a:lnTo>
                  <a:pt x="544309" y="1713928"/>
                </a:lnTo>
                <a:lnTo>
                  <a:pt x="559320" y="1664208"/>
                </a:lnTo>
                <a:lnTo>
                  <a:pt x="575538" y="1616087"/>
                </a:lnTo>
                <a:lnTo>
                  <a:pt x="592569" y="1568094"/>
                </a:lnTo>
                <a:lnTo>
                  <a:pt x="610387" y="1520266"/>
                </a:lnTo>
                <a:lnTo>
                  <a:pt x="628980" y="1472615"/>
                </a:lnTo>
                <a:lnTo>
                  <a:pt x="648335" y="1425181"/>
                </a:lnTo>
                <a:lnTo>
                  <a:pt x="668426" y="1377975"/>
                </a:lnTo>
                <a:lnTo>
                  <a:pt x="689267" y="1331023"/>
                </a:lnTo>
                <a:lnTo>
                  <a:pt x="710831" y="1284351"/>
                </a:lnTo>
                <a:lnTo>
                  <a:pt x="733107" y="1237996"/>
                </a:lnTo>
                <a:lnTo>
                  <a:pt x="756069" y="1191971"/>
                </a:lnTo>
                <a:lnTo>
                  <a:pt x="779729" y="1146302"/>
                </a:lnTo>
                <a:lnTo>
                  <a:pt x="804062" y="1101013"/>
                </a:lnTo>
                <a:lnTo>
                  <a:pt x="829068" y="1056132"/>
                </a:lnTo>
                <a:lnTo>
                  <a:pt x="853706" y="1010983"/>
                </a:lnTo>
                <a:lnTo>
                  <a:pt x="879081" y="966254"/>
                </a:lnTo>
                <a:lnTo>
                  <a:pt x="905154" y="921931"/>
                </a:lnTo>
                <a:lnTo>
                  <a:pt x="931926" y="877989"/>
                </a:lnTo>
                <a:lnTo>
                  <a:pt x="959345" y="834453"/>
                </a:lnTo>
                <a:lnTo>
                  <a:pt x="987399" y="791273"/>
                </a:lnTo>
                <a:lnTo>
                  <a:pt x="1016063" y="748449"/>
                </a:lnTo>
                <a:lnTo>
                  <a:pt x="1045311" y="705980"/>
                </a:lnTo>
                <a:lnTo>
                  <a:pt x="1075105" y="663841"/>
                </a:lnTo>
                <a:lnTo>
                  <a:pt x="1105446" y="622020"/>
                </a:lnTo>
                <a:lnTo>
                  <a:pt x="1136281" y="580504"/>
                </a:lnTo>
                <a:lnTo>
                  <a:pt x="1167612" y="539292"/>
                </a:lnTo>
                <a:lnTo>
                  <a:pt x="1199400" y="498348"/>
                </a:lnTo>
                <a:lnTo>
                  <a:pt x="1228407" y="460578"/>
                </a:lnTo>
                <a:lnTo>
                  <a:pt x="1257985" y="423075"/>
                </a:lnTo>
                <a:lnTo>
                  <a:pt x="1288122" y="385902"/>
                </a:lnTo>
                <a:lnTo>
                  <a:pt x="1318831" y="349173"/>
                </a:lnTo>
                <a:lnTo>
                  <a:pt x="1350086" y="312940"/>
                </a:lnTo>
                <a:lnTo>
                  <a:pt x="1381899" y="277304"/>
                </a:lnTo>
                <a:lnTo>
                  <a:pt x="1414284" y="242316"/>
                </a:lnTo>
                <a:lnTo>
                  <a:pt x="1442618" y="211226"/>
                </a:lnTo>
                <a:lnTo>
                  <a:pt x="1498714" y="148450"/>
                </a:lnTo>
                <a:lnTo>
                  <a:pt x="1527060" y="117348"/>
                </a:lnTo>
                <a:lnTo>
                  <a:pt x="1556397" y="88087"/>
                </a:lnTo>
                <a:lnTo>
                  <a:pt x="1586877" y="58102"/>
                </a:lnTo>
                <a:lnTo>
                  <a:pt x="1617929" y="28409"/>
                </a:lnTo>
                <a:lnTo>
                  <a:pt x="1648980" y="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1832" y="6560820"/>
            <a:ext cx="106680" cy="222503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772667"/>
            <a:ext cx="1068705" cy="6014085"/>
          </a:xfrm>
          <a:custGeom>
            <a:avLst/>
            <a:gdLst/>
            <a:ahLst/>
            <a:cxnLst/>
            <a:rect l="l" t="t" r="r" b="b"/>
            <a:pathLst>
              <a:path w="1068705" h="6014084">
                <a:moveTo>
                  <a:pt x="161544" y="0"/>
                </a:moveTo>
                <a:lnTo>
                  <a:pt x="0" y="0"/>
                </a:lnTo>
                <a:lnTo>
                  <a:pt x="0" y="6013704"/>
                </a:lnTo>
                <a:lnTo>
                  <a:pt x="161544" y="6013704"/>
                </a:lnTo>
                <a:lnTo>
                  <a:pt x="161544" y="0"/>
                </a:lnTo>
                <a:close/>
              </a:path>
              <a:path w="1068705" h="6014084">
                <a:moveTo>
                  <a:pt x="888492" y="5262372"/>
                </a:moveTo>
                <a:lnTo>
                  <a:pt x="885837" y="5231562"/>
                </a:lnTo>
                <a:lnTo>
                  <a:pt x="884491" y="5201031"/>
                </a:lnTo>
                <a:lnTo>
                  <a:pt x="883983" y="5171084"/>
                </a:lnTo>
                <a:lnTo>
                  <a:pt x="883920" y="5141976"/>
                </a:lnTo>
                <a:lnTo>
                  <a:pt x="877887" y="5121021"/>
                </a:lnTo>
                <a:lnTo>
                  <a:pt x="871156" y="5101209"/>
                </a:lnTo>
                <a:lnTo>
                  <a:pt x="863549" y="5081968"/>
                </a:lnTo>
                <a:lnTo>
                  <a:pt x="854964" y="5062728"/>
                </a:lnTo>
                <a:lnTo>
                  <a:pt x="854964" y="5170932"/>
                </a:lnTo>
                <a:lnTo>
                  <a:pt x="858215" y="5180863"/>
                </a:lnTo>
                <a:lnTo>
                  <a:pt x="861631" y="5192077"/>
                </a:lnTo>
                <a:lnTo>
                  <a:pt x="865886" y="5204155"/>
                </a:lnTo>
                <a:lnTo>
                  <a:pt x="871728" y="5216652"/>
                </a:lnTo>
                <a:lnTo>
                  <a:pt x="875626" y="5228514"/>
                </a:lnTo>
                <a:lnTo>
                  <a:pt x="884580" y="5250523"/>
                </a:lnTo>
                <a:lnTo>
                  <a:pt x="888492" y="5262372"/>
                </a:lnTo>
                <a:close/>
              </a:path>
              <a:path w="1068705" h="6014084">
                <a:moveTo>
                  <a:pt x="1068324" y="6010668"/>
                </a:moveTo>
                <a:lnTo>
                  <a:pt x="1046505" y="5962599"/>
                </a:lnTo>
                <a:lnTo>
                  <a:pt x="1026591" y="5913666"/>
                </a:lnTo>
                <a:lnTo>
                  <a:pt x="1008291" y="5864060"/>
                </a:lnTo>
                <a:lnTo>
                  <a:pt x="991311" y="5814034"/>
                </a:lnTo>
                <a:lnTo>
                  <a:pt x="975360" y="5763780"/>
                </a:lnTo>
                <a:lnTo>
                  <a:pt x="963498" y="5738634"/>
                </a:lnTo>
                <a:lnTo>
                  <a:pt x="941489" y="5688342"/>
                </a:lnTo>
                <a:lnTo>
                  <a:pt x="929627" y="5663184"/>
                </a:lnTo>
                <a:lnTo>
                  <a:pt x="941489" y="5688330"/>
                </a:lnTo>
                <a:lnTo>
                  <a:pt x="963498" y="5738622"/>
                </a:lnTo>
                <a:lnTo>
                  <a:pt x="975360" y="5763768"/>
                </a:lnTo>
                <a:lnTo>
                  <a:pt x="972667" y="5757151"/>
                </a:lnTo>
                <a:lnTo>
                  <a:pt x="970978" y="5750814"/>
                </a:lnTo>
                <a:lnTo>
                  <a:pt x="969568" y="5744489"/>
                </a:lnTo>
                <a:lnTo>
                  <a:pt x="954608" y="5691517"/>
                </a:lnTo>
                <a:lnTo>
                  <a:pt x="942670" y="5644832"/>
                </a:lnTo>
                <a:lnTo>
                  <a:pt x="931887" y="5597855"/>
                </a:lnTo>
                <a:lnTo>
                  <a:pt x="922286" y="5550624"/>
                </a:lnTo>
                <a:lnTo>
                  <a:pt x="913828" y="5503164"/>
                </a:lnTo>
                <a:lnTo>
                  <a:pt x="906500" y="5455539"/>
                </a:lnTo>
                <a:lnTo>
                  <a:pt x="900328" y="5407761"/>
                </a:lnTo>
                <a:lnTo>
                  <a:pt x="895261" y="5359870"/>
                </a:lnTo>
                <a:lnTo>
                  <a:pt x="891324" y="5311902"/>
                </a:lnTo>
                <a:lnTo>
                  <a:pt x="888492" y="5263896"/>
                </a:lnTo>
                <a:lnTo>
                  <a:pt x="884364" y="5252047"/>
                </a:lnTo>
                <a:lnTo>
                  <a:pt x="879538" y="5241036"/>
                </a:lnTo>
                <a:lnTo>
                  <a:pt x="874979" y="5230038"/>
                </a:lnTo>
                <a:lnTo>
                  <a:pt x="871728" y="5218176"/>
                </a:lnTo>
                <a:lnTo>
                  <a:pt x="865886" y="5205679"/>
                </a:lnTo>
                <a:lnTo>
                  <a:pt x="861631" y="5193601"/>
                </a:lnTo>
                <a:lnTo>
                  <a:pt x="858215" y="5182387"/>
                </a:lnTo>
                <a:lnTo>
                  <a:pt x="854964" y="5172456"/>
                </a:lnTo>
                <a:lnTo>
                  <a:pt x="855446" y="5226101"/>
                </a:lnTo>
                <a:lnTo>
                  <a:pt x="856970" y="5279809"/>
                </a:lnTo>
                <a:lnTo>
                  <a:pt x="859637" y="5333492"/>
                </a:lnTo>
                <a:lnTo>
                  <a:pt x="863561" y="5387048"/>
                </a:lnTo>
                <a:lnTo>
                  <a:pt x="868845" y="5440362"/>
                </a:lnTo>
                <a:lnTo>
                  <a:pt x="875588" y="5493334"/>
                </a:lnTo>
                <a:lnTo>
                  <a:pt x="883907" y="5545836"/>
                </a:lnTo>
                <a:lnTo>
                  <a:pt x="884440" y="5547144"/>
                </a:lnTo>
                <a:lnTo>
                  <a:pt x="893838" y="5596610"/>
                </a:lnTo>
                <a:lnTo>
                  <a:pt x="905052" y="5647944"/>
                </a:lnTo>
                <a:lnTo>
                  <a:pt x="917130" y="5699290"/>
                </a:lnTo>
                <a:lnTo>
                  <a:pt x="929627" y="5750064"/>
                </a:lnTo>
                <a:lnTo>
                  <a:pt x="932827" y="5760085"/>
                </a:lnTo>
                <a:lnTo>
                  <a:pt x="935736" y="5769686"/>
                </a:lnTo>
                <a:lnTo>
                  <a:pt x="961974" y="5833681"/>
                </a:lnTo>
                <a:lnTo>
                  <a:pt x="982357" y="5878766"/>
                </a:lnTo>
                <a:lnTo>
                  <a:pt x="1003160" y="5923343"/>
                </a:lnTo>
                <a:lnTo>
                  <a:pt x="1024636" y="5967336"/>
                </a:lnTo>
                <a:lnTo>
                  <a:pt x="1046988" y="6010668"/>
                </a:lnTo>
                <a:lnTo>
                  <a:pt x="1068324" y="6010668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8417" y="1346786"/>
            <a:ext cx="6116565" cy="791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262626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007" y="1936314"/>
            <a:ext cx="9373235" cy="4298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38915" y="3849077"/>
            <a:ext cx="7454265" cy="693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350">
                <a:solidFill>
                  <a:srgbClr val="262626"/>
                </a:solidFill>
                <a:latin typeface="Century Gothic"/>
                <a:cs typeface="Century Gothic"/>
              </a:rPr>
              <a:t>Título</a:t>
            </a:r>
            <a:r>
              <a:rPr dirty="0" sz="4350" spc="-5">
                <a:solidFill>
                  <a:srgbClr val="262626"/>
                </a:solidFill>
                <a:latin typeface="Century Gothic"/>
                <a:cs typeface="Century Gothic"/>
              </a:rPr>
              <a:t> </a:t>
            </a:r>
            <a:r>
              <a:rPr dirty="0" sz="4350">
                <a:solidFill>
                  <a:srgbClr val="262626"/>
                </a:solidFill>
                <a:latin typeface="Century Gothic"/>
                <a:cs typeface="Century Gothic"/>
              </a:rPr>
              <a:t>provisório</a:t>
            </a:r>
            <a:r>
              <a:rPr dirty="0" sz="4350" spc="5">
                <a:solidFill>
                  <a:srgbClr val="262626"/>
                </a:solidFill>
                <a:latin typeface="Century Gothic"/>
                <a:cs typeface="Century Gothic"/>
              </a:rPr>
              <a:t> </a:t>
            </a:r>
            <a:r>
              <a:rPr dirty="0" sz="4350">
                <a:solidFill>
                  <a:srgbClr val="262626"/>
                </a:solidFill>
                <a:latin typeface="Century Gothic"/>
                <a:cs typeface="Century Gothic"/>
              </a:rPr>
              <a:t>do</a:t>
            </a:r>
            <a:r>
              <a:rPr dirty="0" sz="4350" spc="5">
                <a:solidFill>
                  <a:srgbClr val="262626"/>
                </a:solidFill>
                <a:latin typeface="Century Gothic"/>
                <a:cs typeface="Century Gothic"/>
              </a:rPr>
              <a:t> </a:t>
            </a:r>
            <a:r>
              <a:rPr dirty="0" sz="4350" spc="-10">
                <a:solidFill>
                  <a:srgbClr val="262626"/>
                </a:solidFill>
                <a:latin typeface="Century Gothic"/>
                <a:cs typeface="Century Gothic"/>
              </a:rPr>
              <a:t>trabalho</a:t>
            </a:r>
            <a:endParaRPr sz="4350">
              <a:latin typeface="Century Gothic"/>
              <a:cs typeface="Century Gothic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38832" y="4669101"/>
            <a:ext cx="6169660" cy="119443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Aluno:</a:t>
            </a:r>
            <a:r>
              <a:rPr dirty="0" sz="2250" spc="25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Seu</a:t>
            </a:r>
            <a:r>
              <a:rPr dirty="0" sz="2250" spc="35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Nome</a:t>
            </a:r>
            <a:r>
              <a:rPr dirty="0" sz="2250" spc="55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e</a:t>
            </a:r>
            <a:r>
              <a:rPr dirty="0" sz="2250" spc="60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 spc="-10">
                <a:solidFill>
                  <a:srgbClr val="595959"/>
                </a:solidFill>
                <a:latin typeface="Century Gothic"/>
                <a:cs typeface="Century Gothic"/>
              </a:rPr>
              <a:t>Sobrenome</a:t>
            </a:r>
            <a:endParaRPr sz="2250">
              <a:latin typeface="Century Gothic"/>
              <a:cs typeface="Century Gothic"/>
            </a:endParaRPr>
          </a:p>
          <a:p>
            <a:pPr marL="12700" marR="5080">
              <a:lnSpc>
                <a:spcPct val="113300"/>
              </a:lnSpc>
              <a:spcBef>
                <a:spcPts val="10"/>
              </a:spcBef>
            </a:pP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Orientador:</a:t>
            </a:r>
            <a:r>
              <a:rPr dirty="0" sz="2250" spc="65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Nome</a:t>
            </a:r>
            <a:r>
              <a:rPr dirty="0" sz="2250" spc="65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e</a:t>
            </a:r>
            <a:r>
              <a:rPr dirty="0" sz="2250" spc="60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Sobrenome</a:t>
            </a:r>
            <a:r>
              <a:rPr dirty="0" sz="2250" spc="60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(se</a:t>
            </a:r>
            <a:r>
              <a:rPr dirty="0" sz="2250" spc="60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>
                <a:solidFill>
                  <a:srgbClr val="595959"/>
                </a:solidFill>
                <a:latin typeface="Century Gothic"/>
                <a:cs typeface="Century Gothic"/>
              </a:rPr>
              <a:t>já</a:t>
            </a:r>
            <a:r>
              <a:rPr dirty="0" sz="2250" spc="50">
                <a:solidFill>
                  <a:srgbClr val="595959"/>
                </a:solidFill>
                <a:latin typeface="Century Gothic"/>
                <a:cs typeface="Century Gothic"/>
              </a:rPr>
              <a:t> </a:t>
            </a:r>
            <a:r>
              <a:rPr dirty="0" sz="2250" spc="-10">
                <a:solidFill>
                  <a:srgbClr val="595959"/>
                </a:solidFill>
                <a:latin typeface="Century Gothic"/>
                <a:cs typeface="Century Gothic"/>
              </a:rPr>
              <a:t>tiver) Curso</a:t>
            </a:r>
            <a:endParaRPr sz="22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8848" y="2553729"/>
            <a:ext cx="2298065" cy="196913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Introdução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90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Objetivos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7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Tecnologia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Cronograma</a:t>
            </a:r>
            <a:endParaRPr sz="24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37635" y="2553729"/>
            <a:ext cx="8036559" cy="309054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Contextualize</a:t>
            </a:r>
            <a:r>
              <a:rPr dirty="0" sz="2450" spc="-2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área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do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trabalho;</a:t>
            </a:r>
            <a:endParaRPr sz="2450">
              <a:latin typeface="Century Gothic"/>
              <a:cs typeface="Century Gothic"/>
            </a:endParaRPr>
          </a:p>
          <a:p>
            <a:pPr marL="312420" marR="5080" indent="-300355">
              <a:lnSpc>
                <a:spcPct val="100099"/>
              </a:lnSpc>
              <a:spcBef>
                <a:spcPts val="8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Se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</a:t>
            </a:r>
            <a:r>
              <a:rPr dirty="0" sz="2450" spc="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Introdução</a:t>
            </a:r>
            <a:r>
              <a:rPr dirty="0" sz="2450" spc="-3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que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entregou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no</a:t>
            </a:r>
            <a:r>
              <a:rPr dirty="0" sz="2450" spc="-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final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do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25">
                <a:solidFill>
                  <a:srgbClr val="3F3F3F"/>
                </a:solidFill>
                <a:latin typeface="Century Gothic"/>
                <a:cs typeface="Century Gothic"/>
              </a:rPr>
              <a:t>1º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semestre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for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do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mesmo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tema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do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seu</a:t>
            </a:r>
            <a:r>
              <a:rPr dirty="0" sz="2450" spc="-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TCC,</a:t>
            </a:r>
            <a:r>
              <a:rPr dirty="0" sz="2450" spc="-5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coloque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algo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dela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aqui,</a:t>
            </a:r>
            <a:r>
              <a:rPr dirty="0" sz="2450" spc="-2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apenas</a:t>
            </a:r>
            <a:r>
              <a:rPr dirty="0" sz="2450" spc="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para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apresentar/contextualizar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área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pesquisada.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Utilize</a:t>
            </a:r>
            <a:r>
              <a:rPr dirty="0" sz="2450" spc="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quantos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slides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precisar.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80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Seja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sintético,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não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abuse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de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textos</a:t>
            </a:r>
            <a:r>
              <a:rPr dirty="0" sz="2450" spc="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longos.</a:t>
            </a:r>
            <a:endParaRPr sz="24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4175291"/>
            <a:ext cx="6301105" cy="7480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700"/>
              <a:t>Exemplo -</a:t>
            </a:r>
            <a:r>
              <a:rPr dirty="0" sz="4700" spc="60"/>
              <a:t> </a:t>
            </a:r>
            <a:r>
              <a:rPr dirty="0" sz="4700" spc="-10"/>
              <a:t>Introdução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464" y="2212255"/>
            <a:ext cx="9698355" cy="183705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algn="just" marL="472440" marR="5080" indent="-460375">
              <a:lnSpc>
                <a:spcPct val="115799"/>
              </a:lnSpc>
              <a:spcBef>
                <a:spcPts val="75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405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450">
                <a:solidFill>
                  <a:srgbClr val="000000"/>
                </a:solidFill>
              </a:rPr>
              <a:t>O</a:t>
            </a:r>
            <a:r>
              <a:rPr dirty="0" sz="2450" spc="55">
                <a:solidFill>
                  <a:srgbClr val="000000"/>
                </a:solidFill>
              </a:rPr>
              <a:t>  </a:t>
            </a:r>
            <a:r>
              <a:rPr dirty="0" sz="2450" i="1">
                <a:solidFill>
                  <a:srgbClr val="000000"/>
                </a:solidFill>
                <a:latin typeface="Century Gothic"/>
                <a:cs typeface="Century Gothic"/>
              </a:rPr>
              <a:t>audiobook</a:t>
            </a:r>
            <a:r>
              <a:rPr dirty="0" sz="2450" spc="60" i="1">
                <a:solidFill>
                  <a:srgbClr val="000000"/>
                </a:solidFill>
                <a:latin typeface="Century Gothic"/>
                <a:cs typeface="Century Gothic"/>
              </a:rPr>
              <a:t>  </a:t>
            </a:r>
            <a:r>
              <a:rPr dirty="0" sz="2450">
                <a:solidFill>
                  <a:srgbClr val="000000"/>
                </a:solidFill>
              </a:rPr>
              <a:t>tem</a:t>
            </a:r>
            <a:r>
              <a:rPr dirty="0" sz="2450" spc="4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a</a:t>
            </a:r>
            <a:r>
              <a:rPr dirty="0" sz="2450" spc="4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característica</a:t>
            </a:r>
            <a:r>
              <a:rPr dirty="0" sz="2450" spc="6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de</a:t>
            </a:r>
            <a:r>
              <a:rPr dirty="0" sz="2450" spc="5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apresentar</a:t>
            </a:r>
            <a:r>
              <a:rPr dirty="0" sz="2450" spc="60">
                <a:solidFill>
                  <a:srgbClr val="000000"/>
                </a:solidFill>
              </a:rPr>
              <a:t>  </a:t>
            </a:r>
            <a:r>
              <a:rPr dirty="0" sz="2450" spc="-10">
                <a:solidFill>
                  <a:srgbClr val="000000"/>
                </a:solidFill>
              </a:rPr>
              <a:t>ampla </a:t>
            </a:r>
            <a:r>
              <a:rPr dirty="0" sz="2450">
                <a:solidFill>
                  <a:srgbClr val="000000"/>
                </a:solidFill>
              </a:rPr>
              <a:t>acessibilidade,</a:t>
            </a:r>
            <a:r>
              <a:rPr dirty="0" sz="2450" spc="33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já</a:t>
            </a:r>
            <a:r>
              <a:rPr dirty="0" sz="2450" spc="37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que</a:t>
            </a:r>
            <a:r>
              <a:rPr dirty="0" sz="2450" spc="37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é</a:t>
            </a:r>
            <a:r>
              <a:rPr dirty="0" sz="2450" spc="3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possível</a:t>
            </a:r>
            <a:r>
              <a:rPr dirty="0" sz="2450" spc="38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permitir</a:t>
            </a:r>
            <a:r>
              <a:rPr dirty="0" sz="2450" spc="37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que</a:t>
            </a:r>
            <a:r>
              <a:rPr dirty="0" sz="2450" spc="37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pessoas</a:t>
            </a:r>
            <a:r>
              <a:rPr dirty="0" sz="2450" spc="380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com </a:t>
            </a:r>
            <a:r>
              <a:rPr dirty="0" sz="2450">
                <a:solidFill>
                  <a:srgbClr val="000000"/>
                </a:solidFill>
              </a:rPr>
              <a:t>deficiência</a:t>
            </a:r>
            <a:r>
              <a:rPr dirty="0" sz="2450" spc="33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ou</a:t>
            </a:r>
            <a:r>
              <a:rPr dirty="0" sz="2450" spc="33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alguma</a:t>
            </a:r>
            <a:r>
              <a:rPr dirty="0" sz="2450" spc="31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limitação</a:t>
            </a:r>
            <a:r>
              <a:rPr dirty="0" sz="2450" spc="33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visual,</a:t>
            </a:r>
            <a:r>
              <a:rPr dirty="0" sz="2450" spc="32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possam</a:t>
            </a:r>
            <a:r>
              <a:rPr dirty="0" sz="2450" spc="33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ter</a:t>
            </a:r>
            <a:r>
              <a:rPr dirty="0" sz="2450" spc="335">
                <a:solidFill>
                  <a:srgbClr val="000000"/>
                </a:solidFill>
              </a:rPr>
              <a:t>  </a:t>
            </a:r>
            <a:r>
              <a:rPr dirty="0" sz="2450" spc="-50">
                <a:solidFill>
                  <a:srgbClr val="000000"/>
                </a:solidFill>
              </a:rPr>
              <a:t>a </a:t>
            </a:r>
            <a:r>
              <a:rPr dirty="0" sz="2450">
                <a:solidFill>
                  <a:srgbClr val="000000"/>
                </a:solidFill>
              </a:rPr>
              <a:t>experiência</a:t>
            </a:r>
            <a:r>
              <a:rPr dirty="0" sz="2450" spc="-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completa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de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um</a:t>
            </a:r>
            <a:r>
              <a:rPr dirty="0" sz="2450" spc="-10">
                <a:solidFill>
                  <a:srgbClr val="000000"/>
                </a:solidFill>
              </a:rPr>
              <a:t> leitor</a:t>
            </a:r>
            <a:r>
              <a:rPr dirty="0" sz="3000" spc="-10">
                <a:solidFill>
                  <a:srgbClr val="000000"/>
                </a:solidFill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464" y="2253506"/>
            <a:ext cx="9698355" cy="21761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472440" marR="5080" indent="-460375">
              <a:lnSpc>
                <a:spcPct val="115199"/>
              </a:lnSpc>
              <a:spcBef>
                <a:spcPts val="95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409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450">
                <a:solidFill>
                  <a:srgbClr val="000000"/>
                </a:solidFill>
              </a:rPr>
              <a:t>A</a:t>
            </a:r>
            <a:r>
              <a:rPr dirty="0" sz="2450" spc="9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experiência</a:t>
            </a:r>
            <a:r>
              <a:rPr dirty="0" sz="2450" spc="8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do</a:t>
            </a:r>
            <a:r>
              <a:rPr dirty="0" sz="2450" spc="8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usuário</a:t>
            </a:r>
            <a:r>
              <a:rPr dirty="0" sz="2450" spc="8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é</a:t>
            </a:r>
            <a:r>
              <a:rPr dirty="0" sz="2450" spc="8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a</a:t>
            </a:r>
            <a:r>
              <a:rPr dirty="0" sz="2450" spc="90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base</a:t>
            </a:r>
            <a:r>
              <a:rPr dirty="0" sz="2450" spc="7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para</a:t>
            </a:r>
            <a:r>
              <a:rPr dirty="0" sz="2450" spc="85">
                <a:solidFill>
                  <a:srgbClr val="000000"/>
                </a:solidFill>
              </a:rPr>
              <a:t>  </a:t>
            </a:r>
            <a:r>
              <a:rPr dirty="0" sz="2450">
                <a:solidFill>
                  <a:srgbClr val="000000"/>
                </a:solidFill>
              </a:rPr>
              <a:t>produtos</a:t>
            </a:r>
            <a:r>
              <a:rPr dirty="0" sz="2450" spc="80">
                <a:solidFill>
                  <a:srgbClr val="000000"/>
                </a:solidFill>
              </a:rPr>
              <a:t>  </a:t>
            </a:r>
            <a:r>
              <a:rPr dirty="0" sz="2450" spc="-20">
                <a:solidFill>
                  <a:srgbClr val="000000"/>
                </a:solidFill>
              </a:rPr>
              <a:t>mais </a:t>
            </a:r>
            <a:r>
              <a:rPr dirty="0" sz="2450">
                <a:solidFill>
                  <a:srgbClr val="000000"/>
                </a:solidFill>
              </a:rPr>
              <a:t>interativos</a:t>
            </a:r>
            <a:r>
              <a:rPr dirty="0" sz="2450" spc="2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dado</a:t>
            </a:r>
            <a:r>
              <a:rPr dirty="0" sz="2450" spc="26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que,</a:t>
            </a:r>
            <a:r>
              <a:rPr dirty="0" sz="2450" spc="2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se</a:t>
            </a:r>
            <a:r>
              <a:rPr dirty="0" sz="2450" spc="2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trata</a:t>
            </a:r>
            <a:r>
              <a:rPr dirty="0" sz="2450" spc="26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de</a:t>
            </a:r>
            <a:r>
              <a:rPr dirty="0" sz="2450" spc="2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uma</a:t>
            </a:r>
            <a:r>
              <a:rPr dirty="0" sz="2450" spc="23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análise</a:t>
            </a:r>
            <a:r>
              <a:rPr dirty="0" sz="2450" spc="2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centrada</a:t>
            </a:r>
            <a:r>
              <a:rPr dirty="0" sz="2450" spc="235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na </a:t>
            </a:r>
            <a:r>
              <a:rPr dirty="0" sz="2450">
                <a:solidFill>
                  <a:srgbClr val="000000"/>
                </a:solidFill>
              </a:rPr>
              <a:t>forma</a:t>
            </a:r>
            <a:r>
              <a:rPr dirty="0" sz="2450" spc="4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como</a:t>
            </a:r>
            <a:r>
              <a:rPr dirty="0" sz="2450" spc="4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o</a:t>
            </a:r>
            <a:r>
              <a:rPr dirty="0" sz="2450" spc="4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usuário</a:t>
            </a:r>
            <a:r>
              <a:rPr dirty="0" sz="2450" spc="44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se</a:t>
            </a:r>
            <a:r>
              <a:rPr dirty="0" sz="2450" spc="41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sente</a:t>
            </a:r>
            <a:r>
              <a:rPr dirty="0" sz="2450" spc="4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quando</a:t>
            </a:r>
            <a:r>
              <a:rPr dirty="0" sz="2450" spc="4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interage</a:t>
            </a:r>
            <a:r>
              <a:rPr dirty="0" sz="2450" spc="4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com</a:t>
            </a:r>
            <a:r>
              <a:rPr dirty="0" sz="2450" spc="420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um </a:t>
            </a:r>
            <a:r>
              <a:rPr dirty="0" sz="2450">
                <a:solidFill>
                  <a:srgbClr val="000000"/>
                </a:solidFill>
              </a:rPr>
              <a:t>sistema,</a:t>
            </a:r>
            <a:r>
              <a:rPr dirty="0" sz="2450" spc="5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onde</a:t>
            </a:r>
            <a:r>
              <a:rPr dirty="0" sz="2450" spc="57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as</a:t>
            </a:r>
            <a:r>
              <a:rPr dirty="0" sz="2450" spc="55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atividades</a:t>
            </a:r>
            <a:r>
              <a:rPr dirty="0" sz="2450" spc="58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são</a:t>
            </a:r>
            <a:r>
              <a:rPr dirty="0" sz="2450" spc="56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todas</a:t>
            </a:r>
            <a:r>
              <a:rPr dirty="0" sz="2450" spc="58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voltadas</a:t>
            </a:r>
            <a:r>
              <a:rPr dirty="0" sz="2450" spc="58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para</a:t>
            </a:r>
            <a:r>
              <a:rPr dirty="0" sz="2450" spc="545">
                <a:solidFill>
                  <a:srgbClr val="000000"/>
                </a:solidFill>
              </a:rPr>
              <a:t> </a:t>
            </a:r>
            <a:r>
              <a:rPr dirty="0" sz="2450" spc="-20">
                <a:solidFill>
                  <a:srgbClr val="000000"/>
                </a:solidFill>
              </a:rPr>
              <a:t>ele, </a:t>
            </a:r>
            <a:r>
              <a:rPr dirty="0" sz="2450">
                <a:solidFill>
                  <a:srgbClr val="000000"/>
                </a:solidFill>
              </a:rPr>
              <a:t>com</a:t>
            </a:r>
            <a:r>
              <a:rPr dirty="0" sz="2450" spc="-2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foco</a:t>
            </a:r>
            <a:r>
              <a:rPr dirty="0" sz="2450" spc="-4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em</a:t>
            </a:r>
            <a:r>
              <a:rPr dirty="0" sz="2450" spc="10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suas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necessidades</a:t>
            </a:r>
            <a:r>
              <a:rPr dirty="0" sz="2450" spc="-15">
                <a:solidFill>
                  <a:srgbClr val="000000"/>
                </a:solidFill>
              </a:rPr>
              <a:t> </a:t>
            </a:r>
            <a:r>
              <a:rPr dirty="0" sz="2450">
                <a:solidFill>
                  <a:srgbClr val="000000"/>
                </a:solidFill>
              </a:rPr>
              <a:t>e</a:t>
            </a:r>
            <a:r>
              <a:rPr dirty="0" sz="2450" spc="-2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exigências.</a:t>
            </a:r>
            <a:endParaRPr sz="2450">
              <a:latin typeface="Wide Latin"/>
              <a:cs typeface="Wide Lat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3452798"/>
            <a:ext cx="4817745" cy="1469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4700"/>
              <a:t>Outro</a:t>
            </a:r>
            <a:r>
              <a:rPr dirty="0" sz="4700" spc="35"/>
              <a:t> </a:t>
            </a:r>
            <a:r>
              <a:rPr dirty="0" sz="4700"/>
              <a:t>Exemplo</a:t>
            </a:r>
            <a:r>
              <a:rPr dirty="0" sz="4700" spc="35"/>
              <a:t> </a:t>
            </a:r>
            <a:r>
              <a:rPr dirty="0" sz="4700" spc="-50"/>
              <a:t>– </a:t>
            </a:r>
            <a:r>
              <a:rPr dirty="0" sz="4700" spc="-10"/>
              <a:t>Introdução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464" y="1306431"/>
            <a:ext cx="9697720" cy="26295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just" marL="472440" marR="5080" indent="-460375">
              <a:lnSpc>
                <a:spcPct val="114500"/>
              </a:lnSpc>
              <a:spcBef>
                <a:spcPts val="114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395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Diante</a:t>
            </a:r>
            <a:r>
              <a:rPr dirty="0" sz="2100" spc="36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3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um</a:t>
            </a:r>
            <a:r>
              <a:rPr dirty="0" sz="2100" spc="35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cenário</a:t>
            </a:r>
            <a:r>
              <a:rPr dirty="0" sz="2100" spc="35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onde</a:t>
            </a:r>
            <a:r>
              <a:rPr dirty="0" sz="2100" spc="3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as</a:t>
            </a:r>
            <a:r>
              <a:rPr dirty="0" sz="2100" spc="37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pessoas</a:t>
            </a:r>
            <a:r>
              <a:rPr dirty="0" sz="2100" spc="34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estão</a:t>
            </a:r>
            <a:r>
              <a:rPr dirty="0" sz="2100" spc="35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precisando</a:t>
            </a:r>
            <a:r>
              <a:rPr dirty="0" sz="2100" spc="35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cada</a:t>
            </a:r>
            <a:r>
              <a:rPr dirty="0" sz="2100" spc="360">
                <a:solidFill>
                  <a:srgbClr val="000000"/>
                </a:solidFill>
              </a:rPr>
              <a:t> </a:t>
            </a:r>
            <a:r>
              <a:rPr dirty="0" sz="2100" spc="-25">
                <a:solidFill>
                  <a:srgbClr val="000000"/>
                </a:solidFill>
              </a:rPr>
              <a:t>vez </a:t>
            </a:r>
            <a:r>
              <a:rPr dirty="0" sz="2100">
                <a:solidFill>
                  <a:srgbClr val="000000"/>
                </a:solidFill>
              </a:rPr>
              <a:t>mais</a:t>
            </a:r>
            <a:r>
              <a:rPr dirty="0" sz="2100" spc="1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18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produtos</a:t>
            </a:r>
            <a:r>
              <a:rPr dirty="0" sz="2100" spc="19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e</a:t>
            </a:r>
            <a:r>
              <a:rPr dirty="0" sz="2100" spc="1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serviços</a:t>
            </a:r>
            <a:r>
              <a:rPr dirty="0" sz="2100" spc="17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para</a:t>
            </a:r>
            <a:r>
              <a:rPr dirty="0" sz="2100" spc="15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seus</a:t>
            </a:r>
            <a:r>
              <a:rPr dirty="0" sz="2100" spc="1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animais,</a:t>
            </a:r>
            <a:r>
              <a:rPr dirty="0" sz="2100" spc="17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seja</a:t>
            </a:r>
            <a:r>
              <a:rPr dirty="0" sz="2100" spc="18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18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estimação</a:t>
            </a:r>
            <a:r>
              <a:rPr dirty="0" sz="2100" spc="175">
                <a:solidFill>
                  <a:srgbClr val="000000"/>
                </a:solidFill>
              </a:rPr>
              <a:t> </a:t>
            </a:r>
            <a:r>
              <a:rPr dirty="0" sz="2100" spc="-25">
                <a:solidFill>
                  <a:srgbClr val="000000"/>
                </a:solidFill>
              </a:rPr>
              <a:t>ou </a:t>
            </a:r>
            <a:r>
              <a:rPr dirty="0" sz="2100">
                <a:solidFill>
                  <a:srgbClr val="000000"/>
                </a:solidFill>
              </a:rPr>
              <a:t>mesmo</a:t>
            </a:r>
            <a:r>
              <a:rPr dirty="0" sz="2100" spc="6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para</a:t>
            </a:r>
            <a:r>
              <a:rPr dirty="0" sz="2100" spc="4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4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pecuária,</a:t>
            </a:r>
            <a:r>
              <a:rPr dirty="0" sz="2100" spc="4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vê-se</a:t>
            </a:r>
            <a:r>
              <a:rPr dirty="0" sz="2100" spc="4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5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necessidade</a:t>
            </a:r>
            <a:r>
              <a:rPr dirty="0" sz="2100" spc="6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6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informatizar</a:t>
            </a:r>
            <a:r>
              <a:rPr dirty="0" sz="2100" spc="35">
                <a:solidFill>
                  <a:srgbClr val="000000"/>
                </a:solidFill>
              </a:rPr>
              <a:t>  </a:t>
            </a:r>
            <a:r>
              <a:rPr dirty="0" sz="2100" spc="-25">
                <a:solidFill>
                  <a:srgbClr val="000000"/>
                </a:solidFill>
              </a:rPr>
              <a:t>as </a:t>
            </a:r>
            <a:r>
              <a:rPr dirty="0" sz="2100">
                <a:solidFill>
                  <a:srgbClr val="000000"/>
                </a:solidFill>
              </a:rPr>
              <a:t>clínicas</a:t>
            </a:r>
            <a:r>
              <a:rPr dirty="0" sz="2100" spc="-100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veterinárias.</a:t>
            </a:r>
            <a:endParaRPr sz="2100">
              <a:latin typeface="Wide Latin"/>
              <a:cs typeface="Wide Latin"/>
            </a:endParaRPr>
          </a:p>
          <a:p>
            <a:pPr algn="just" marL="472440" marR="5080" indent="-460375">
              <a:lnSpc>
                <a:spcPts val="2900"/>
              </a:lnSpc>
              <a:spcBef>
                <a:spcPts val="110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400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100">
                <a:solidFill>
                  <a:srgbClr val="000000"/>
                </a:solidFill>
              </a:rPr>
              <a:t>Muitas</a:t>
            </a:r>
            <a:r>
              <a:rPr dirty="0" sz="2100" spc="7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dessas</a:t>
            </a:r>
            <a:r>
              <a:rPr dirty="0" sz="2100" spc="8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clínicas</a:t>
            </a:r>
            <a:r>
              <a:rPr dirty="0" sz="2100" spc="7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os</a:t>
            </a:r>
            <a:r>
              <a:rPr dirty="0" sz="2100" spc="8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processos</a:t>
            </a:r>
            <a:r>
              <a:rPr dirty="0" sz="2100" spc="8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7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agendamento</a:t>
            </a:r>
            <a:r>
              <a:rPr dirty="0" sz="2100" spc="7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e</a:t>
            </a:r>
            <a:r>
              <a:rPr dirty="0" sz="2100" spc="80">
                <a:solidFill>
                  <a:srgbClr val="000000"/>
                </a:solidFill>
              </a:rPr>
              <a:t>  </a:t>
            </a:r>
            <a:r>
              <a:rPr dirty="0" sz="2100" spc="-10">
                <a:solidFill>
                  <a:srgbClr val="000000"/>
                </a:solidFill>
              </a:rPr>
              <a:t>consultas </a:t>
            </a:r>
            <a:r>
              <a:rPr dirty="0" sz="2100">
                <a:solidFill>
                  <a:srgbClr val="000000"/>
                </a:solidFill>
              </a:rPr>
              <a:t>ainda</a:t>
            </a:r>
            <a:r>
              <a:rPr dirty="0" sz="2100" spc="-2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se</a:t>
            </a:r>
            <a:r>
              <a:rPr dirty="0" sz="2100" spc="-4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limitam</a:t>
            </a:r>
            <a:r>
              <a:rPr dirty="0" sz="2100" spc="-3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-4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métodos</a:t>
            </a:r>
            <a:r>
              <a:rPr dirty="0" sz="2100" spc="-1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tradicionais,</a:t>
            </a:r>
            <a:r>
              <a:rPr dirty="0" sz="2100" spc="-3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como</a:t>
            </a:r>
            <a:r>
              <a:rPr dirty="0" sz="2100" spc="-3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-2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utilização</a:t>
            </a:r>
            <a:r>
              <a:rPr dirty="0" sz="2100" spc="-2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-2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papel</a:t>
            </a:r>
            <a:r>
              <a:rPr dirty="0" sz="2100" spc="-20">
                <a:solidFill>
                  <a:srgbClr val="000000"/>
                </a:solidFill>
              </a:rPr>
              <a:t> </a:t>
            </a:r>
            <a:r>
              <a:rPr dirty="0" sz="2100" spc="-50">
                <a:solidFill>
                  <a:srgbClr val="000000"/>
                </a:solidFill>
              </a:rPr>
              <a:t>e </a:t>
            </a:r>
            <a:r>
              <a:rPr dirty="0" sz="2100" spc="-10">
                <a:solidFill>
                  <a:srgbClr val="000000"/>
                </a:solidFill>
              </a:rPr>
              <a:t>caneta.</a:t>
            </a:r>
            <a:endParaRPr sz="2100">
              <a:latin typeface="Wide Latin"/>
              <a:cs typeface="Wide Lat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464" y="1306431"/>
            <a:ext cx="9695180" cy="226060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algn="just" marL="472440" marR="5080" indent="-460375">
              <a:lnSpc>
                <a:spcPct val="114199"/>
              </a:lnSpc>
              <a:spcBef>
                <a:spcPts val="120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385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100">
                <a:solidFill>
                  <a:srgbClr val="000000"/>
                </a:solidFill>
              </a:rPr>
              <a:t>Essas</a:t>
            </a:r>
            <a:r>
              <a:rPr dirty="0" sz="2100" spc="28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clínicas</a:t>
            </a:r>
            <a:r>
              <a:rPr dirty="0" sz="2100" spc="254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não</a:t>
            </a:r>
            <a:r>
              <a:rPr dirty="0" sz="2100" spc="26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conseguem</a:t>
            </a:r>
            <a:r>
              <a:rPr dirty="0" sz="2100" spc="254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extrair</a:t>
            </a:r>
            <a:r>
              <a:rPr dirty="0" sz="2100" spc="27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o</a:t>
            </a:r>
            <a:r>
              <a:rPr dirty="0" sz="2100" spc="2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máximo</a:t>
            </a:r>
            <a:r>
              <a:rPr dirty="0" sz="2100" spc="26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27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desempenho</a:t>
            </a:r>
            <a:r>
              <a:rPr dirty="0" sz="2100" spc="265">
                <a:solidFill>
                  <a:srgbClr val="000000"/>
                </a:solidFill>
              </a:rPr>
              <a:t> </a:t>
            </a:r>
            <a:r>
              <a:rPr dirty="0" sz="2100" spc="-25">
                <a:solidFill>
                  <a:srgbClr val="000000"/>
                </a:solidFill>
              </a:rPr>
              <a:t>nos </a:t>
            </a:r>
            <a:r>
              <a:rPr dirty="0" sz="2100">
                <a:solidFill>
                  <a:srgbClr val="000000"/>
                </a:solidFill>
              </a:rPr>
              <a:t>serviços,</a:t>
            </a:r>
            <a:r>
              <a:rPr dirty="0" sz="2100" spc="-3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além</a:t>
            </a:r>
            <a:r>
              <a:rPr dirty="0" sz="2100" spc="-2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-1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ficarem</a:t>
            </a:r>
            <a:r>
              <a:rPr dirty="0" sz="2100" spc="-2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sujeitas</a:t>
            </a:r>
            <a:r>
              <a:rPr dirty="0" sz="2100" spc="-3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-2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erros</a:t>
            </a:r>
            <a:r>
              <a:rPr dirty="0" sz="2100" spc="-2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e</a:t>
            </a:r>
            <a:r>
              <a:rPr dirty="0" sz="2100" spc="-1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não</a:t>
            </a:r>
            <a:r>
              <a:rPr dirty="0" sz="2100" spc="-2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garantir</a:t>
            </a:r>
            <a:r>
              <a:rPr dirty="0" sz="2100" spc="-2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550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melho</a:t>
            </a:r>
            <a:r>
              <a:rPr dirty="0" sz="2100" spc="-10">
                <a:solidFill>
                  <a:srgbClr val="000000"/>
                </a:solidFill>
              </a:rPr>
              <a:t>r</a:t>
            </a:r>
            <a:r>
              <a:rPr dirty="0" sz="2100" spc="-1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qualidade</a:t>
            </a:r>
            <a:r>
              <a:rPr dirty="0" sz="2100" spc="-3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para</a:t>
            </a:r>
            <a:r>
              <a:rPr dirty="0" sz="2100" spc="-4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seus</a:t>
            </a:r>
            <a:r>
              <a:rPr dirty="0" sz="2100" spc="-40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clientes.</a:t>
            </a:r>
            <a:endParaRPr sz="2100">
              <a:latin typeface="Wide Latin"/>
              <a:cs typeface="Wide Latin"/>
            </a:endParaRPr>
          </a:p>
          <a:p>
            <a:pPr algn="just" marL="472440" marR="5080" indent="-460375">
              <a:lnSpc>
                <a:spcPts val="2900"/>
              </a:lnSpc>
              <a:spcBef>
                <a:spcPts val="114"/>
              </a:spcBef>
            </a:pPr>
            <a:r>
              <a:rPr dirty="0" sz="22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250" spc="385">
                <a:solidFill>
                  <a:srgbClr val="000000"/>
                </a:solidFill>
                <a:latin typeface="Wide Latin"/>
                <a:cs typeface="Wide Latin"/>
              </a:rPr>
              <a:t>  </a:t>
            </a:r>
            <a:r>
              <a:rPr dirty="0" sz="2100">
                <a:solidFill>
                  <a:srgbClr val="000000"/>
                </a:solidFill>
              </a:rPr>
              <a:t>Assim,</a:t>
            </a:r>
            <a:r>
              <a:rPr dirty="0" sz="2100" spc="75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enxerga-</a:t>
            </a:r>
            <a:r>
              <a:rPr dirty="0" sz="2100">
                <a:solidFill>
                  <a:srgbClr val="000000"/>
                </a:solidFill>
              </a:rPr>
              <a:t>se</a:t>
            </a:r>
            <a:r>
              <a:rPr dirty="0" sz="2100" spc="7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8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oportunidade</a:t>
            </a:r>
            <a:r>
              <a:rPr dirty="0" sz="2100" spc="9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7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uma</a:t>
            </a:r>
            <a:r>
              <a:rPr dirty="0" sz="2100" spc="8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aplicação</a:t>
            </a:r>
            <a:r>
              <a:rPr dirty="0" sz="2100" spc="8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web</a:t>
            </a:r>
            <a:r>
              <a:rPr dirty="0" sz="2100" spc="8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que</a:t>
            </a:r>
            <a:r>
              <a:rPr dirty="0" sz="2100" spc="70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auxilie </a:t>
            </a:r>
            <a:r>
              <a:rPr dirty="0" sz="2100">
                <a:solidFill>
                  <a:srgbClr val="000000"/>
                </a:solidFill>
              </a:rPr>
              <a:t>no</a:t>
            </a:r>
            <a:r>
              <a:rPr dirty="0" sz="2100" spc="27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processo</a:t>
            </a:r>
            <a:r>
              <a:rPr dirty="0" sz="2100" spc="27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de</a:t>
            </a:r>
            <a:r>
              <a:rPr dirty="0" sz="2100" spc="28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gerenciamento</a:t>
            </a:r>
            <a:r>
              <a:rPr dirty="0" sz="2100" spc="275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dos</a:t>
            </a:r>
            <a:r>
              <a:rPr dirty="0" sz="2100" spc="270">
                <a:solidFill>
                  <a:srgbClr val="000000"/>
                </a:solidFill>
              </a:rPr>
              <a:t>  </a:t>
            </a:r>
            <a:r>
              <a:rPr dirty="0" sz="2100">
                <a:solidFill>
                  <a:srgbClr val="000000"/>
                </a:solidFill>
              </a:rPr>
              <a:t>procedimentos</a:t>
            </a:r>
            <a:r>
              <a:rPr dirty="0" sz="2100" spc="285">
                <a:solidFill>
                  <a:srgbClr val="000000"/>
                </a:solidFill>
              </a:rPr>
              <a:t>  </a:t>
            </a:r>
            <a:r>
              <a:rPr dirty="0" sz="2100" spc="-10">
                <a:solidFill>
                  <a:srgbClr val="000000"/>
                </a:solidFill>
              </a:rPr>
              <a:t>veterinários, </a:t>
            </a:r>
            <a:r>
              <a:rPr dirty="0" sz="2100">
                <a:solidFill>
                  <a:srgbClr val="000000"/>
                </a:solidFill>
              </a:rPr>
              <a:t>organizando</a:t>
            </a:r>
            <a:r>
              <a:rPr dirty="0" sz="2100" spc="-2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a</a:t>
            </a:r>
            <a:r>
              <a:rPr dirty="0" sz="2100" spc="-2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consulta</a:t>
            </a:r>
            <a:r>
              <a:rPr dirty="0" sz="2100" spc="-20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e</a:t>
            </a:r>
            <a:r>
              <a:rPr dirty="0" sz="2100" spc="-1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gerando</a:t>
            </a:r>
            <a:r>
              <a:rPr dirty="0" sz="2100" spc="-25">
                <a:solidFill>
                  <a:srgbClr val="000000"/>
                </a:solidFill>
              </a:rPr>
              <a:t> </a:t>
            </a:r>
            <a:r>
              <a:rPr dirty="0" sz="2100">
                <a:solidFill>
                  <a:srgbClr val="000000"/>
                </a:solidFill>
              </a:rPr>
              <a:t>melhores</a:t>
            </a:r>
            <a:r>
              <a:rPr dirty="0" sz="2100" spc="-35">
                <a:solidFill>
                  <a:srgbClr val="000000"/>
                </a:solidFill>
              </a:rPr>
              <a:t> </a:t>
            </a:r>
            <a:r>
              <a:rPr dirty="0" sz="2100" spc="-10">
                <a:solidFill>
                  <a:srgbClr val="000000"/>
                </a:solidFill>
              </a:rPr>
              <a:t>resultados.</a:t>
            </a:r>
            <a:endParaRPr sz="2100">
              <a:latin typeface="Wide Latin"/>
              <a:cs typeface="Wide Lat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Objetivos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5604" y="2553729"/>
            <a:ext cx="7872730" cy="191516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Escreva</a:t>
            </a:r>
            <a:r>
              <a:rPr dirty="0" sz="2450" spc="-3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claramente</a:t>
            </a:r>
            <a:r>
              <a:rPr dirty="0" sz="2450" spc="-2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o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que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pretende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desenvolver;</a:t>
            </a:r>
            <a:endParaRPr sz="2450">
              <a:latin typeface="Century Gothic"/>
              <a:cs typeface="Century Gothic"/>
            </a:endParaRPr>
          </a:p>
          <a:p>
            <a:pPr marL="312420" indent="-299720">
              <a:lnSpc>
                <a:spcPct val="100000"/>
              </a:lnSpc>
              <a:spcBef>
                <a:spcPts val="890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Divida</a:t>
            </a:r>
            <a:r>
              <a:rPr dirty="0" sz="2450" spc="-5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os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Objetivos</a:t>
            </a:r>
            <a:r>
              <a:rPr dirty="0" sz="2450" spc="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25">
                <a:solidFill>
                  <a:srgbClr val="3F3F3F"/>
                </a:solidFill>
                <a:latin typeface="Century Gothic"/>
                <a:cs typeface="Century Gothic"/>
              </a:rPr>
              <a:t>em:</a:t>
            </a:r>
            <a:endParaRPr sz="2450">
              <a:latin typeface="Century Gothic"/>
              <a:cs typeface="Century Gothic"/>
            </a:endParaRPr>
          </a:p>
          <a:p>
            <a:pPr marL="413384">
              <a:lnSpc>
                <a:spcPct val="100000"/>
              </a:lnSpc>
              <a:spcBef>
                <a:spcPts val="905"/>
              </a:spcBef>
            </a:pPr>
            <a:r>
              <a:rPr dirty="0" sz="2250">
                <a:solidFill>
                  <a:srgbClr val="A52F0F"/>
                </a:solidFill>
                <a:latin typeface="Wide Latin"/>
                <a:cs typeface="Wide Latin"/>
              </a:rPr>
              <a:t></a:t>
            </a:r>
            <a:r>
              <a:rPr dirty="0" sz="2250">
                <a:solidFill>
                  <a:srgbClr val="3F3F3F"/>
                </a:solidFill>
                <a:latin typeface="Century Gothic"/>
                <a:cs typeface="Century Gothic"/>
              </a:rPr>
              <a:t>Objetivo</a:t>
            </a:r>
            <a:r>
              <a:rPr dirty="0" sz="2250" spc="-15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250" spc="-10">
                <a:solidFill>
                  <a:srgbClr val="3F3F3F"/>
                </a:solidFill>
                <a:latin typeface="Century Gothic"/>
                <a:cs typeface="Century Gothic"/>
              </a:rPr>
              <a:t>geral</a:t>
            </a:r>
            <a:endParaRPr sz="2250">
              <a:latin typeface="Century Gothic"/>
              <a:cs typeface="Century Gothic"/>
            </a:endParaRPr>
          </a:p>
          <a:p>
            <a:pPr marL="413384">
              <a:lnSpc>
                <a:spcPct val="100000"/>
              </a:lnSpc>
              <a:spcBef>
                <a:spcPts val="910"/>
              </a:spcBef>
            </a:pPr>
            <a:r>
              <a:rPr dirty="0" sz="2250">
                <a:solidFill>
                  <a:srgbClr val="A52F0F"/>
                </a:solidFill>
                <a:latin typeface="Wide Latin"/>
                <a:cs typeface="Wide Latin"/>
              </a:rPr>
              <a:t></a:t>
            </a:r>
            <a:r>
              <a:rPr dirty="0" sz="2250">
                <a:solidFill>
                  <a:srgbClr val="3F3F3F"/>
                </a:solidFill>
                <a:latin typeface="Century Gothic"/>
                <a:cs typeface="Century Gothic"/>
              </a:rPr>
              <a:t>Objetivo</a:t>
            </a:r>
            <a:r>
              <a:rPr dirty="0" sz="2250" spc="-15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250" spc="-10">
                <a:solidFill>
                  <a:srgbClr val="3F3F3F"/>
                </a:solidFill>
                <a:latin typeface="Century Gothic"/>
                <a:cs typeface="Century Gothic"/>
              </a:rPr>
              <a:t>específico</a:t>
            </a:r>
            <a:endParaRPr sz="22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4175291"/>
            <a:ext cx="5882005" cy="7480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700"/>
              <a:t>Exemplo –</a:t>
            </a:r>
            <a:r>
              <a:rPr dirty="0" sz="4700" spc="70"/>
              <a:t> </a:t>
            </a:r>
            <a:r>
              <a:rPr dirty="0" sz="4700" spc="-10"/>
              <a:t>Objetivos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8175" y="1669784"/>
            <a:ext cx="9684385" cy="38233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9105" algn="l"/>
              </a:tabLst>
            </a:pPr>
            <a:r>
              <a:rPr dirty="0" sz="2100" spc="-50">
                <a:latin typeface="Wide Latin"/>
                <a:cs typeface="Wide Latin"/>
              </a:rPr>
              <a:t>t</a:t>
            </a:r>
            <a:r>
              <a:rPr dirty="0" sz="2100">
                <a:latin typeface="Wide Latin"/>
                <a:cs typeface="Wide Latin"/>
              </a:rPr>
              <a:t>	</a:t>
            </a:r>
            <a:r>
              <a:rPr dirty="0" sz="2450">
                <a:latin typeface="Century Gothic"/>
                <a:cs typeface="Century Gothic"/>
              </a:rPr>
              <a:t>Objetivos</a:t>
            </a:r>
            <a:r>
              <a:rPr dirty="0" sz="2450" spc="-3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Gerais</a:t>
            </a:r>
            <a:endParaRPr sz="2450">
              <a:latin typeface="Century Gothic"/>
              <a:cs typeface="Century Gothic"/>
            </a:endParaRPr>
          </a:p>
          <a:p>
            <a:pPr algn="just" marL="992505" marR="7620" indent="-445134">
              <a:lnSpc>
                <a:spcPct val="115199"/>
              </a:lnSpc>
              <a:spcBef>
                <a:spcPts val="1830"/>
              </a:spcBef>
              <a:buSzPct val="85714"/>
              <a:buFont typeface="Times New Roman"/>
              <a:buChar char="●"/>
              <a:tabLst>
                <a:tab pos="992505" algn="l"/>
              </a:tabLst>
            </a:pPr>
            <a:r>
              <a:rPr dirty="0" sz="2450">
                <a:latin typeface="Century Gothic"/>
                <a:cs typeface="Century Gothic"/>
              </a:rPr>
              <a:t>Este</a:t>
            </a:r>
            <a:r>
              <a:rPr dirty="0" sz="2450" spc="21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trabalho</a:t>
            </a:r>
            <a:r>
              <a:rPr dirty="0" sz="2450" spc="20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tem</a:t>
            </a:r>
            <a:r>
              <a:rPr dirty="0" sz="2450" spc="20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por</a:t>
            </a:r>
            <a:r>
              <a:rPr dirty="0" sz="2450" spc="204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objetivo</a:t>
            </a:r>
            <a:r>
              <a:rPr dirty="0" sz="2450" spc="204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analisar</a:t>
            </a:r>
            <a:r>
              <a:rPr dirty="0" sz="2450" spc="204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e</a:t>
            </a:r>
            <a:r>
              <a:rPr dirty="0" sz="2450" spc="19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definir</a:t>
            </a:r>
            <a:r>
              <a:rPr dirty="0" sz="2450" spc="204">
                <a:latin typeface="Century Gothic"/>
                <a:cs typeface="Century Gothic"/>
              </a:rPr>
              <a:t>  </a:t>
            </a:r>
            <a:r>
              <a:rPr dirty="0" sz="2450" spc="-25">
                <a:latin typeface="Century Gothic"/>
                <a:cs typeface="Century Gothic"/>
              </a:rPr>
              <a:t>as </a:t>
            </a:r>
            <a:r>
              <a:rPr dirty="0" sz="2450">
                <a:latin typeface="Century Gothic"/>
                <a:cs typeface="Century Gothic"/>
              </a:rPr>
              <a:t>principais</a:t>
            </a:r>
            <a:r>
              <a:rPr dirty="0" sz="2450" spc="4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características</a:t>
            </a:r>
            <a:r>
              <a:rPr dirty="0" sz="2450" spc="4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dos</a:t>
            </a:r>
            <a:r>
              <a:rPr dirty="0" sz="2450" spc="60">
                <a:latin typeface="Century Gothic"/>
                <a:cs typeface="Century Gothic"/>
              </a:rPr>
              <a:t>  </a:t>
            </a:r>
            <a:r>
              <a:rPr dirty="0" sz="2450" i="1">
                <a:latin typeface="Century Gothic"/>
                <a:cs typeface="Century Gothic"/>
              </a:rPr>
              <a:t>audiobooks</a:t>
            </a:r>
            <a:r>
              <a:rPr dirty="0" sz="2450" spc="65" i="1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e</a:t>
            </a:r>
            <a:r>
              <a:rPr dirty="0" sz="2450" spc="6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avaliar</a:t>
            </a:r>
            <a:r>
              <a:rPr dirty="0" sz="2450" spc="70">
                <a:latin typeface="Century Gothic"/>
                <a:cs typeface="Century Gothic"/>
              </a:rPr>
              <a:t>  </a:t>
            </a:r>
            <a:r>
              <a:rPr dirty="0" sz="2450" spc="-25">
                <a:latin typeface="Century Gothic"/>
                <a:cs typeface="Century Gothic"/>
              </a:rPr>
              <a:t>as </a:t>
            </a:r>
            <a:r>
              <a:rPr dirty="0" sz="2450">
                <a:latin typeface="Century Gothic"/>
                <a:cs typeface="Century Gothic"/>
              </a:rPr>
              <a:t>implicações</a:t>
            </a:r>
            <a:r>
              <a:rPr dirty="0" sz="2450" spc="-2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na</a:t>
            </a:r>
            <a:r>
              <a:rPr dirty="0" sz="2450" spc="-1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experiência</a:t>
            </a:r>
            <a:r>
              <a:rPr dirty="0" sz="2450" spc="-3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do</a:t>
            </a:r>
            <a:r>
              <a:rPr dirty="0" sz="2450" spc="-1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usuário</a:t>
            </a:r>
            <a:r>
              <a:rPr dirty="0" sz="2450" spc="-1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em</a:t>
            </a:r>
            <a:r>
              <a:rPr dirty="0" sz="2450" spc="-20">
                <a:latin typeface="Century Gothic"/>
                <a:cs typeface="Century Gothic"/>
              </a:rPr>
              <a:t>  </a:t>
            </a:r>
            <a:r>
              <a:rPr dirty="0" sz="2450" spc="-10">
                <a:latin typeface="Century Gothic"/>
                <a:cs typeface="Century Gothic"/>
              </a:rPr>
              <a:t>aplicativos móveis.</a:t>
            </a:r>
            <a:endParaRPr sz="2450">
              <a:latin typeface="Century Gothic"/>
              <a:cs typeface="Century Gothic"/>
            </a:endParaRPr>
          </a:p>
          <a:p>
            <a:pPr algn="just" marL="992505" marR="5080" indent="-445134">
              <a:lnSpc>
                <a:spcPct val="115300"/>
              </a:lnSpc>
              <a:spcBef>
                <a:spcPts val="1400"/>
              </a:spcBef>
              <a:buSzPct val="85714"/>
              <a:buFont typeface="Times New Roman"/>
              <a:buChar char="●"/>
              <a:tabLst>
                <a:tab pos="992505" algn="l"/>
              </a:tabLst>
            </a:pPr>
            <a:r>
              <a:rPr dirty="0" sz="2450">
                <a:latin typeface="Century Gothic"/>
                <a:cs typeface="Century Gothic"/>
              </a:rPr>
              <a:t>Sob</a:t>
            </a:r>
            <a:r>
              <a:rPr dirty="0" sz="2450" spc="26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</a:t>
            </a:r>
            <a:r>
              <a:rPr dirty="0" sz="2450" spc="26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ótica</a:t>
            </a:r>
            <a:r>
              <a:rPr dirty="0" sz="2450" spc="24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da</a:t>
            </a:r>
            <a:r>
              <a:rPr dirty="0" sz="2450" spc="27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UX,</a:t>
            </a:r>
            <a:r>
              <a:rPr dirty="0" sz="2450" spc="23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objetiva-</a:t>
            </a:r>
            <a:r>
              <a:rPr dirty="0" sz="2450">
                <a:latin typeface="Century Gothic"/>
                <a:cs typeface="Century Gothic"/>
              </a:rPr>
              <a:t>se</a:t>
            </a:r>
            <a:r>
              <a:rPr dirty="0" sz="2450" spc="27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qualificar</a:t>
            </a:r>
            <a:r>
              <a:rPr dirty="0" sz="2450" spc="25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as</a:t>
            </a:r>
            <a:r>
              <a:rPr dirty="0" sz="2450" spc="260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plataformas </a:t>
            </a:r>
            <a:r>
              <a:rPr dirty="0" sz="2450">
                <a:latin typeface="Century Gothic"/>
                <a:cs typeface="Century Gothic"/>
              </a:rPr>
              <a:t>e</a:t>
            </a:r>
            <a:r>
              <a:rPr dirty="0" sz="2450" spc="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classificar</a:t>
            </a:r>
            <a:r>
              <a:rPr dirty="0" sz="2450" spc="1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1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acordo</a:t>
            </a:r>
            <a:r>
              <a:rPr dirty="0" sz="2450" spc="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com</a:t>
            </a:r>
            <a:r>
              <a:rPr dirty="0" sz="2450" spc="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os</a:t>
            </a:r>
            <a:r>
              <a:rPr dirty="0" sz="2450" spc="1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critérios  mais</a:t>
            </a:r>
            <a:r>
              <a:rPr dirty="0" sz="2450" spc="5">
                <a:latin typeface="Century Gothic"/>
                <a:cs typeface="Century Gothic"/>
              </a:rPr>
              <a:t>  </a:t>
            </a:r>
            <a:r>
              <a:rPr dirty="0" sz="2450" spc="-10">
                <a:latin typeface="Century Gothic"/>
                <a:cs typeface="Century Gothic"/>
              </a:rPr>
              <a:t>comuns </a:t>
            </a:r>
            <a:r>
              <a:rPr dirty="0" sz="2450">
                <a:latin typeface="Century Gothic"/>
                <a:cs typeface="Century Gothic"/>
              </a:rPr>
              <a:t>presentes</a:t>
            </a:r>
            <a:r>
              <a:rPr dirty="0" sz="2450" spc="-1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nestes</a:t>
            </a:r>
            <a:r>
              <a:rPr dirty="0" sz="2450" spc="-10">
                <a:latin typeface="Century Gothic"/>
                <a:cs typeface="Century Gothic"/>
              </a:rPr>
              <a:t> recursos.</a:t>
            </a:r>
            <a:endParaRPr sz="24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48175" y="1669784"/>
            <a:ext cx="3636645" cy="4006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9105" algn="l"/>
              </a:tabLst>
            </a:pPr>
            <a:r>
              <a:rPr dirty="0" sz="2100" spc="-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100">
                <a:solidFill>
                  <a:srgbClr val="000000"/>
                </a:solidFill>
                <a:latin typeface="Wide Latin"/>
                <a:cs typeface="Wide Latin"/>
              </a:rPr>
              <a:t>	</a:t>
            </a:r>
            <a:r>
              <a:rPr dirty="0" sz="2450">
                <a:solidFill>
                  <a:srgbClr val="000000"/>
                </a:solidFill>
              </a:rPr>
              <a:t>Objetivos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Específicos</a:t>
            </a:r>
            <a:endParaRPr sz="2450">
              <a:latin typeface="Wide Latin"/>
              <a:cs typeface="Wide Lati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3007" y="2276414"/>
            <a:ext cx="9147175" cy="3221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7200" marR="5080" indent="-445134">
              <a:lnSpc>
                <a:spcPct val="115500"/>
              </a:lnSpc>
              <a:spcBef>
                <a:spcPts val="95"/>
              </a:spcBef>
              <a:buSzPct val="85714"/>
              <a:buFont typeface="Times New Roman"/>
              <a:buChar char="●"/>
              <a:tabLst>
                <a:tab pos="457200" algn="l"/>
              </a:tabLst>
            </a:pPr>
            <a:r>
              <a:rPr dirty="0" sz="2450">
                <a:latin typeface="Century Gothic"/>
                <a:cs typeface="Century Gothic"/>
              </a:rPr>
              <a:t>Estudar</a:t>
            </a:r>
            <a:r>
              <a:rPr dirty="0" sz="2450" spc="31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as</a:t>
            </a:r>
            <a:r>
              <a:rPr dirty="0" sz="2450" spc="32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plataformas</a:t>
            </a:r>
            <a:r>
              <a:rPr dirty="0" sz="2450" spc="33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32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diferentes</a:t>
            </a:r>
            <a:r>
              <a:rPr dirty="0" sz="2450" spc="335">
                <a:latin typeface="Century Gothic"/>
                <a:cs typeface="Century Gothic"/>
              </a:rPr>
              <a:t> </a:t>
            </a:r>
            <a:r>
              <a:rPr dirty="0" sz="2450" i="1">
                <a:latin typeface="Century Gothic"/>
                <a:cs typeface="Century Gothic"/>
              </a:rPr>
              <a:t>audiobooks</a:t>
            </a:r>
            <a:r>
              <a:rPr dirty="0" sz="2450" spc="315" i="1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e,</a:t>
            </a:r>
            <a:r>
              <a:rPr dirty="0" sz="2450" spc="310">
                <a:latin typeface="Century Gothic"/>
                <a:cs typeface="Century Gothic"/>
              </a:rPr>
              <a:t> </a:t>
            </a:r>
            <a:r>
              <a:rPr dirty="0" sz="2450" spc="-25">
                <a:latin typeface="Century Gothic"/>
                <a:cs typeface="Century Gothic"/>
              </a:rPr>
              <a:t>por </a:t>
            </a:r>
            <a:r>
              <a:rPr dirty="0" sz="2450">
                <a:latin typeface="Century Gothic"/>
                <a:cs typeface="Century Gothic"/>
              </a:rPr>
              <a:t>meio</a:t>
            </a:r>
            <a:r>
              <a:rPr dirty="0" sz="2450" spc="-1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disso,</a:t>
            </a:r>
            <a:r>
              <a:rPr dirty="0" sz="2450" spc="-1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avaliar</a:t>
            </a:r>
            <a:r>
              <a:rPr dirty="0" sz="2450" spc="-5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as</a:t>
            </a:r>
            <a:r>
              <a:rPr dirty="0" sz="2450" spc="-1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experiências</a:t>
            </a:r>
            <a:r>
              <a:rPr dirty="0" sz="2450" spc="-1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-1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seus</a:t>
            </a:r>
            <a:r>
              <a:rPr dirty="0" sz="2450" spc="-1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usuários.</a:t>
            </a:r>
            <a:endParaRPr sz="2450">
              <a:latin typeface="Century Gothic"/>
              <a:cs typeface="Century Gothic"/>
            </a:endParaRPr>
          </a:p>
          <a:p>
            <a:pPr marL="457200" indent="-444500">
              <a:lnSpc>
                <a:spcPct val="100000"/>
              </a:lnSpc>
              <a:spcBef>
                <a:spcPts val="2280"/>
              </a:spcBef>
              <a:buSzPct val="85714"/>
              <a:buFont typeface="Times New Roman"/>
              <a:buChar char="●"/>
              <a:tabLst>
                <a:tab pos="457200" algn="l"/>
              </a:tabLst>
            </a:pPr>
            <a:r>
              <a:rPr dirty="0" sz="2450" spc="-10">
                <a:latin typeface="Century Gothic"/>
                <a:cs typeface="Century Gothic"/>
              </a:rPr>
              <a:t>Identificar:</a:t>
            </a:r>
            <a:endParaRPr sz="2450">
              <a:latin typeface="Century Gothic"/>
              <a:cs typeface="Century Gothic"/>
            </a:endParaRPr>
          </a:p>
          <a:p>
            <a:pPr lvl="1" marL="992505" indent="-445134">
              <a:lnSpc>
                <a:spcPct val="100000"/>
              </a:lnSpc>
              <a:spcBef>
                <a:spcPts val="2315"/>
              </a:spcBef>
              <a:buSzPct val="93333"/>
              <a:buFont typeface="Times New Roman"/>
              <a:buChar char="●"/>
              <a:tabLst>
                <a:tab pos="992505" algn="l"/>
              </a:tabLst>
            </a:pPr>
            <a:r>
              <a:rPr dirty="0" sz="2250">
                <a:latin typeface="Century Gothic"/>
                <a:cs typeface="Century Gothic"/>
              </a:rPr>
              <a:t>Pontos</a:t>
            </a:r>
            <a:r>
              <a:rPr dirty="0" sz="2250" spc="45">
                <a:latin typeface="Century Gothic"/>
                <a:cs typeface="Century Gothic"/>
              </a:rPr>
              <a:t> </a:t>
            </a:r>
            <a:r>
              <a:rPr dirty="0" sz="2250">
                <a:latin typeface="Century Gothic"/>
                <a:cs typeface="Century Gothic"/>
              </a:rPr>
              <a:t>fortes</a:t>
            </a:r>
            <a:r>
              <a:rPr dirty="0" sz="2250" spc="45">
                <a:latin typeface="Century Gothic"/>
                <a:cs typeface="Century Gothic"/>
              </a:rPr>
              <a:t> </a:t>
            </a:r>
            <a:r>
              <a:rPr dirty="0" sz="2250">
                <a:latin typeface="Century Gothic"/>
                <a:cs typeface="Century Gothic"/>
              </a:rPr>
              <a:t>e</a:t>
            </a:r>
            <a:r>
              <a:rPr dirty="0" sz="2250" spc="15">
                <a:latin typeface="Century Gothic"/>
                <a:cs typeface="Century Gothic"/>
              </a:rPr>
              <a:t> </a:t>
            </a:r>
            <a:r>
              <a:rPr dirty="0" sz="2250" spc="-10">
                <a:latin typeface="Century Gothic"/>
                <a:cs typeface="Century Gothic"/>
              </a:rPr>
              <a:t>fracos;</a:t>
            </a:r>
            <a:endParaRPr sz="2250">
              <a:latin typeface="Century Gothic"/>
              <a:cs typeface="Century Gothic"/>
            </a:endParaRPr>
          </a:p>
          <a:p>
            <a:pPr lvl="1" marL="992505" marR="5080" indent="-445134">
              <a:lnSpc>
                <a:spcPct val="116399"/>
              </a:lnSpc>
              <a:spcBef>
                <a:spcPts val="1850"/>
              </a:spcBef>
              <a:buSzPct val="93333"/>
              <a:buFont typeface="Times New Roman"/>
              <a:buChar char="●"/>
              <a:tabLst>
                <a:tab pos="992505" algn="l"/>
                <a:tab pos="2619375" algn="l"/>
                <a:tab pos="4122420" algn="l"/>
                <a:tab pos="4634865" algn="l"/>
                <a:tab pos="6337300" algn="l"/>
                <a:tab pos="7313295" algn="l"/>
                <a:tab pos="8743950" algn="l"/>
              </a:tabLst>
            </a:pPr>
            <a:r>
              <a:rPr dirty="0" sz="2250" spc="-10">
                <a:latin typeface="Century Gothic"/>
                <a:cs typeface="Century Gothic"/>
              </a:rPr>
              <a:t>Aspectos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10">
                <a:latin typeface="Century Gothic"/>
                <a:cs typeface="Century Gothic"/>
              </a:rPr>
              <a:t>positivos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50">
                <a:latin typeface="Century Gothic"/>
                <a:cs typeface="Century Gothic"/>
              </a:rPr>
              <a:t>e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10">
                <a:latin typeface="Century Gothic"/>
                <a:cs typeface="Century Gothic"/>
              </a:rPr>
              <a:t>negativos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25">
                <a:latin typeface="Century Gothic"/>
                <a:cs typeface="Century Gothic"/>
              </a:rPr>
              <a:t>com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10">
                <a:latin typeface="Century Gothic"/>
                <a:cs typeface="Century Gothic"/>
              </a:rPr>
              <a:t>relação</a:t>
            </a:r>
            <a:r>
              <a:rPr dirty="0" sz="2250">
                <a:latin typeface="Century Gothic"/>
                <a:cs typeface="Century Gothic"/>
              </a:rPr>
              <a:t>	</a:t>
            </a:r>
            <a:r>
              <a:rPr dirty="0" sz="2250" spc="-25">
                <a:latin typeface="Century Gothic"/>
                <a:cs typeface="Century Gothic"/>
              </a:rPr>
              <a:t>ao </a:t>
            </a:r>
            <a:r>
              <a:rPr dirty="0" sz="2250">
                <a:latin typeface="Century Gothic"/>
                <a:cs typeface="Century Gothic"/>
              </a:rPr>
              <a:t>desempenho</a:t>
            </a:r>
            <a:r>
              <a:rPr dirty="0" sz="2250" spc="70">
                <a:latin typeface="Century Gothic"/>
                <a:cs typeface="Century Gothic"/>
              </a:rPr>
              <a:t> </a:t>
            </a:r>
            <a:r>
              <a:rPr dirty="0" sz="2250">
                <a:latin typeface="Century Gothic"/>
                <a:cs typeface="Century Gothic"/>
              </a:rPr>
              <a:t>do</a:t>
            </a:r>
            <a:r>
              <a:rPr dirty="0" sz="2250" spc="95">
                <a:latin typeface="Century Gothic"/>
                <a:cs typeface="Century Gothic"/>
              </a:rPr>
              <a:t> </a:t>
            </a:r>
            <a:r>
              <a:rPr dirty="0" sz="2250" spc="-10">
                <a:latin typeface="Century Gothic"/>
                <a:cs typeface="Century Gothic"/>
              </a:rPr>
              <a:t>software.</a:t>
            </a:r>
            <a:endParaRPr sz="22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3452798"/>
            <a:ext cx="4817745" cy="1469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4700"/>
              <a:t>Outro</a:t>
            </a:r>
            <a:r>
              <a:rPr dirty="0" sz="4700" spc="35"/>
              <a:t> </a:t>
            </a:r>
            <a:r>
              <a:rPr dirty="0" sz="4700"/>
              <a:t>Exemplo</a:t>
            </a:r>
            <a:r>
              <a:rPr dirty="0" sz="4700" spc="35"/>
              <a:t> </a:t>
            </a:r>
            <a:r>
              <a:rPr dirty="0" sz="4700" spc="-50"/>
              <a:t>– </a:t>
            </a:r>
            <a:r>
              <a:rPr dirty="0" sz="4700" spc="-10"/>
              <a:t>Objetivos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8175" y="1669784"/>
            <a:ext cx="9684385" cy="42532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latin typeface="Wide Latin"/>
                <a:cs typeface="Wide Latin"/>
              </a:rPr>
              <a:t>t</a:t>
            </a:r>
            <a:r>
              <a:rPr dirty="0" sz="2100" spc="440">
                <a:latin typeface="Wide Latin"/>
                <a:cs typeface="Wide Latin"/>
              </a:rPr>
              <a:t>  </a:t>
            </a:r>
            <a:r>
              <a:rPr dirty="0" sz="2450">
                <a:latin typeface="Century Gothic"/>
                <a:cs typeface="Century Gothic"/>
              </a:rPr>
              <a:t>Objetivos</a:t>
            </a:r>
            <a:r>
              <a:rPr dirty="0" sz="2450" spc="-1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Gerais</a:t>
            </a:r>
            <a:endParaRPr sz="2450">
              <a:latin typeface="Century Gothic"/>
              <a:cs typeface="Century Gothic"/>
            </a:endParaRPr>
          </a:p>
          <a:p>
            <a:pPr algn="just" marL="992505" marR="5715" indent="-445134">
              <a:lnSpc>
                <a:spcPct val="115199"/>
              </a:lnSpc>
              <a:spcBef>
                <a:spcPts val="1830"/>
              </a:spcBef>
              <a:buSzPct val="85714"/>
              <a:buFont typeface="Times New Roman"/>
              <a:buChar char="●"/>
              <a:tabLst>
                <a:tab pos="992505" algn="l"/>
              </a:tabLst>
            </a:pPr>
            <a:r>
              <a:rPr dirty="0" sz="2450">
                <a:latin typeface="Century Gothic"/>
                <a:cs typeface="Century Gothic"/>
              </a:rPr>
              <a:t>Desenvolver</a:t>
            </a:r>
            <a:r>
              <a:rPr dirty="0" sz="2450" spc="28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um</a:t>
            </a:r>
            <a:r>
              <a:rPr dirty="0" sz="2450" spc="27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aplicativo</a:t>
            </a:r>
            <a:r>
              <a:rPr dirty="0" sz="2450" spc="28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móvel</a:t>
            </a:r>
            <a:r>
              <a:rPr dirty="0" sz="2450" spc="29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sobre</a:t>
            </a:r>
            <a:r>
              <a:rPr dirty="0" sz="2450" spc="29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amamentação, </a:t>
            </a:r>
            <a:r>
              <a:rPr dirty="0" sz="2450">
                <a:latin typeface="Century Gothic"/>
                <a:cs typeface="Century Gothic"/>
              </a:rPr>
              <a:t>visando</a:t>
            </a:r>
            <a:r>
              <a:rPr dirty="0" sz="2450" spc="13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uma</a:t>
            </a:r>
            <a:r>
              <a:rPr dirty="0" sz="2450" spc="14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oportunidade</a:t>
            </a:r>
            <a:r>
              <a:rPr dirty="0" sz="2450" spc="140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145">
                <a:latin typeface="Century Gothic"/>
                <a:cs typeface="Century Gothic"/>
              </a:rPr>
              <a:t>  </a:t>
            </a:r>
            <a:r>
              <a:rPr dirty="0" sz="2450">
                <a:latin typeface="Century Gothic"/>
                <a:cs typeface="Century Gothic"/>
              </a:rPr>
              <a:t>transmitir</a:t>
            </a:r>
            <a:r>
              <a:rPr dirty="0" sz="2450" spc="145">
                <a:latin typeface="Century Gothic"/>
                <a:cs typeface="Century Gothic"/>
              </a:rPr>
              <a:t>  </a:t>
            </a:r>
            <a:r>
              <a:rPr dirty="0" sz="2450" spc="-10">
                <a:latin typeface="Century Gothic"/>
                <a:cs typeface="Century Gothic"/>
              </a:rPr>
              <a:t>informações </a:t>
            </a:r>
            <a:r>
              <a:rPr dirty="0" sz="2450">
                <a:latin typeface="Century Gothic"/>
                <a:cs typeface="Century Gothic"/>
              </a:rPr>
              <a:t>educativas</a:t>
            </a:r>
            <a:r>
              <a:rPr dirty="0" sz="2450" spc="265">
                <a:latin typeface="Century Gothic"/>
                <a:cs typeface="Century Gothic"/>
              </a:rPr>
              <a:t>   </a:t>
            </a:r>
            <a:r>
              <a:rPr dirty="0" sz="2450">
                <a:latin typeface="Century Gothic"/>
                <a:cs typeface="Century Gothic"/>
              </a:rPr>
              <a:t>sobre</a:t>
            </a:r>
            <a:r>
              <a:rPr dirty="0" sz="2450" spc="254">
                <a:latin typeface="Century Gothic"/>
                <a:cs typeface="Century Gothic"/>
              </a:rPr>
              <a:t>   </a:t>
            </a:r>
            <a:r>
              <a:rPr dirty="0" sz="2450">
                <a:latin typeface="Century Gothic"/>
                <a:cs typeface="Century Gothic"/>
              </a:rPr>
              <a:t>a</a:t>
            </a:r>
            <a:r>
              <a:rPr dirty="0" sz="2450" spc="265">
                <a:latin typeface="Century Gothic"/>
                <a:cs typeface="Century Gothic"/>
              </a:rPr>
              <a:t>   </a:t>
            </a:r>
            <a:r>
              <a:rPr dirty="0" sz="2450">
                <a:latin typeface="Century Gothic"/>
                <a:cs typeface="Century Gothic"/>
              </a:rPr>
              <a:t>importância</a:t>
            </a:r>
            <a:r>
              <a:rPr dirty="0" sz="2450" spc="250">
                <a:latin typeface="Century Gothic"/>
                <a:cs typeface="Century Gothic"/>
              </a:rPr>
              <a:t>   </a:t>
            </a:r>
            <a:r>
              <a:rPr dirty="0" sz="2450">
                <a:latin typeface="Century Gothic"/>
                <a:cs typeface="Century Gothic"/>
              </a:rPr>
              <a:t>do</a:t>
            </a:r>
            <a:r>
              <a:rPr dirty="0" sz="2450" spc="260">
                <a:latin typeface="Century Gothic"/>
                <a:cs typeface="Century Gothic"/>
              </a:rPr>
              <a:t>   </a:t>
            </a:r>
            <a:r>
              <a:rPr dirty="0" sz="2450" spc="-10">
                <a:latin typeface="Century Gothic"/>
                <a:cs typeface="Century Gothic"/>
              </a:rPr>
              <a:t>aleitamento </a:t>
            </a:r>
            <a:r>
              <a:rPr dirty="0" sz="2450">
                <a:latin typeface="Century Gothic"/>
                <a:cs typeface="Century Gothic"/>
              </a:rPr>
              <a:t>materno</a:t>
            </a:r>
            <a:r>
              <a:rPr dirty="0" sz="2450" spc="-4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para</a:t>
            </a:r>
            <a:r>
              <a:rPr dirty="0" sz="2450" spc="-2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os</a:t>
            </a:r>
            <a:r>
              <a:rPr dirty="0" sz="2450" spc="20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jogadores.</a:t>
            </a:r>
            <a:endParaRPr sz="2450">
              <a:latin typeface="Century Gothic"/>
              <a:cs typeface="Century Gothic"/>
            </a:endParaRPr>
          </a:p>
          <a:p>
            <a:pPr algn="just" marL="12700">
              <a:lnSpc>
                <a:spcPct val="100000"/>
              </a:lnSpc>
              <a:spcBef>
                <a:spcPts val="315"/>
              </a:spcBef>
            </a:pPr>
            <a:r>
              <a:rPr dirty="0" sz="2100">
                <a:latin typeface="Wide Latin"/>
                <a:cs typeface="Wide Latin"/>
              </a:rPr>
              <a:t>t</a:t>
            </a:r>
            <a:r>
              <a:rPr dirty="0" sz="2100" spc="440">
                <a:latin typeface="Wide Latin"/>
                <a:cs typeface="Wide Latin"/>
              </a:rPr>
              <a:t>  </a:t>
            </a:r>
            <a:r>
              <a:rPr dirty="0" sz="2450">
                <a:latin typeface="Century Gothic"/>
                <a:cs typeface="Century Gothic"/>
              </a:rPr>
              <a:t>Objetivos</a:t>
            </a:r>
            <a:r>
              <a:rPr dirty="0" sz="2450" spc="-15">
                <a:latin typeface="Century Gothic"/>
                <a:cs typeface="Century Gothic"/>
              </a:rPr>
              <a:t> </a:t>
            </a:r>
            <a:r>
              <a:rPr dirty="0" sz="2450" spc="-10">
                <a:latin typeface="Century Gothic"/>
                <a:cs typeface="Century Gothic"/>
              </a:rPr>
              <a:t>Específicos</a:t>
            </a:r>
            <a:endParaRPr sz="2450">
              <a:latin typeface="Century Gothic"/>
              <a:cs typeface="Century Gothic"/>
            </a:endParaRPr>
          </a:p>
          <a:p>
            <a:pPr algn="just" marL="992505" marR="5080" indent="-445134">
              <a:lnSpc>
                <a:spcPct val="115300"/>
              </a:lnSpc>
              <a:spcBef>
                <a:spcPts val="1530"/>
              </a:spcBef>
              <a:buSzPct val="85714"/>
              <a:buFont typeface="Times New Roman"/>
              <a:buChar char="●"/>
              <a:tabLst>
                <a:tab pos="992505" algn="l"/>
              </a:tabLst>
            </a:pPr>
            <a:r>
              <a:rPr dirty="0" sz="2450">
                <a:latin typeface="Century Gothic"/>
                <a:cs typeface="Century Gothic"/>
              </a:rPr>
              <a:t>Promover</a:t>
            </a:r>
            <a:r>
              <a:rPr dirty="0" sz="2450" spc="47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</a:t>
            </a:r>
            <a:r>
              <a:rPr dirty="0" sz="2450" spc="49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avaliação</a:t>
            </a:r>
            <a:r>
              <a:rPr dirty="0" sz="2450" spc="484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50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usabilidade</a:t>
            </a:r>
            <a:r>
              <a:rPr dirty="0" sz="2450" spc="47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do</a:t>
            </a:r>
            <a:r>
              <a:rPr dirty="0" sz="2450" spc="49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aplicativo,</a:t>
            </a:r>
            <a:r>
              <a:rPr dirty="0" sz="2450" spc="430">
                <a:latin typeface="Century Gothic"/>
                <a:cs typeface="Century Gothic"/>
              </a:rPr>
              <a:t> </a:t>
            </a:r>
            <a:r>
              <a:rPr dirty="0" sz="2450" spc="-50">
                <a:latin typeface="Century Gothic"/>
                <a:cs typeface="Century Gothic"/>
              </a:rPr>
              <a:t>o </a:t>
            </a:r>
            <a:r>
              <a:rPr dirty="0" sz="2450">
                <a:latin typeface="Century Gothic"/>
                <a:cs typeface="Century Gothic"/>
              </a:rPr>
              <a:t>Teste</a:t>
            </a:r>
            <a:r>
              <a:rPr dirty="0" sz="2450" spc="42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42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Inspeção</a:t>
            </a:r>
            <a:r>
              <a:rPr dirty="0" sz="2450" spc="40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de</a:t>
            </a:r>
            <a:r>
              <a:rPr dirty="0" sz="2450" spc="42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Usabilidade</a:t>
            </a:r>
            <a:r>
              <a:rPr dirty="0" sz="2450" spc="42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e</a:t>
            </a:r>
            <a:r>
              <a:rPr dirty="0" sz="2450" spc="42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o</a:t>
            </a:r>
            <a:r>
              <a:rPr dirty="0" sz="2450" spc="405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Teste</a:t>
            </a:r>
            <a:r>
              <a:rPr dirty="0" sz="2450" spc="420">
                <a:latin typeface="Century Gothic"/>
                <a:cs typeface="Century Gothic"/>
              </a:rPr>
              <a:t> </a:t>
            </a:r>
            <a:r>
              <a:rPr dirty="0" sz="2450">
                <a:latin typeface="Century Gothic"/>
                <a:cs typeface="Century Gothic"/>
              </a:rPr>
              <a:t>Formal</a:t>
            </a:r>
            <a:r>
              <a:rPr dirty="0" sz="2450" spc="415">
                <a:latin typeface="Century Gothic"/>
                <a:cs typeface="Century Gothic"/>
              </a:rPr>
              <a:t> </a:t>
            </a:r>
            <a:r>
              <a:rPr dirty="0" sz="2450" spc="-25">
                <a:latin typeface="Century Gothic"/>
                <a:cs typeface="Century Gothic"/>
              </a:rPr>
              <a:t>de </a:t>
            </a:r>
            <a:r>
              <a:rPr dirty="0" sz="2450" spc="-10">
                <a:latin typeface="Century Gothic"/>
                <a:cs typeface="Century Gothic"/>
              </a:rPr>
              <a:t>Usabilidade.</a:t>
            </a:r>
            <a:endParaRPr sz="24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3452798"/>
            <a:ext cx="5563870" cy="1469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4700"/>
              <a:t>Mais um</a:t>
            </a:r>
            <a:r>
              <a:rPr dirty="0" sz="4700" spc="50"/>
              <a:t> </a:t>
            </a:r>
            <a:r>
              <a:rPr dirty="0" sz="4700"/>
              <a:t>Exemplo</a:t>
            </a:r>
            <a:r>
              <a:rPr dirty="0" sz="4700" spc="15"/>
              <a:t> </a:t>
            </a:r>
            <a:r>
              <a:rPr dirty="0" sz="4700" spc="-50"/>
              <a:t>– </a:t>
            </a:r>
            <a:r>
              <a:rPr dirty="0" sz="4700" spc="-10"/>
              <a:t>Objetivos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48175" y="1378733"/>
            <a:ext cx="2943225" cy="4006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9105" algn="l"/>
              </a:tabLst>
            </a:pPr>
            <a:r>
              <a:rPr dirty="0" sz="2100" spc="-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100">
                <a:solidFill>
                  <a:srgbClr val="000000"/>
                </a:solidFill>
                <a:latin typeface="Wide Latin"/>
                <a:cs typeface="Wide Latin"/>
              </a:rPr>
              <a:t>	</a:t>
            </a:r>
            <a:r>
              <a:rPr dirty="0" sz="2450">
                <a:solidFill>
                  <a:srgbClr val="000000"/>
                </a:solidFill>
              </a:rPr>
              <a:t>Objetivos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Gerais</a:t>
            </a:r>
            <a:endParaRPr sz="2450">
              <a:latin typeface="Wide Latin"/>
              <a:cs typeface="Wide Lati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087" rIns="0" bIns="0" rtlCol="0" vert="horz">
            <a:spAutoFit/>
          </a:bodyPr>
          <a:lstStyle/>
          <a:p>
            <a:pPr algn="just" marL="457200" marR="6350" indent="-445134">
              <a:lnSpc>
                <a:spcPct val="115199"/>
              </a:lnSpc>
              <a:spcBef>
                <a:spcPts val="100"/>
              </a:spcBef>
              <a:buFont typeface="Times New Roman"/>
              <a:buChar char="●"/>
              <a:tabLst>
                <a:tab pos="457200" algn="l"/>
              </a:tabLst>
            </a:pPr>
            <a:r>
              <a:rPr dirty="0"/>
              <a:t>O</a:t>
            </a:r>
            <a:r>
              <a:rPr dirty="0" spc="160"/>
              <a:t>   </a:t>
            </a:r>
            <a:r>
              <a:rPr dirty="0"/>
              <a:t>objetivo</a:t>
            </a:r>
            <a:r>
              <a:rPr dirty="0" spc="170"/>
              <a:t>   </a:t>
            </a:r>
            <a:r>
              <a:rPr dirty="0"/>
              <a:t>deste</a:t>
            </a:r>
            <a:r>
              <a:rPr dirty="0" spc="175"/>
              <a:t>   </a:t>
            </a:r>
            <a:r>
              <a:rPr dirty="0"/>
              <a:t>trabalho</a:t>
            </a:r>
            <a:r>
              <a:rPr dirty="0" spc="165"/>
              <a:t>   </a:t>
            </a:r>
            <a:r>
              <a:rPr dirty="0"/>
              <a:t>é</a:t>
            </a:r>
            <a:r>
              <a:rPr dirty="0" spc="170"/>
              <a:t>   </a:t>
            </a:r>
            <a:r>
              <a:rPr dirty="0"/>
              <a:t>desenvolver</a:t>
            </a:r>
            <a:r>
              <a:rPr dirty="0" spc="160"/>
              <a:t>   </a:t>
            </a:r>
            <a:r>
              <a:rPr dirty="0"/>
              <a:t>a</a:t>
            </a:r>
            <a:r>
              <a:rPr dirty="0" spc="165"/>
              <a:t>   </a:t>
            </a:r>
            <a:r>
              <a:rPr dirty="0"/>
              <a:t>análise</a:t>
            </a:r>
            <a:r>
              <a:rPr dirty="0" spc="160"/>
              <a:t>   </a:t>
            </a:r>
            <a:r>
              <a:rPr dirty="0"/>
              <a:t>e</a:t>
            </a:r>
            <a:r>
              <a:rPr dirty="0" spc="165"/>
              <a:t>   </a:t>
            </a:r>
            <a:r>
              <a:rPr dirty="0" spc="-50"/>
              <a:t>a </a:t>
            </a:r>
            <a:r>
              <a:rPr dirty="0"/>
              <a:t>implementação</a:t>
            </a:r>
            <a:r>
              <a:rPr dirty="0" spc="135"/>
              <a:t>  </a:t>
            </a:r>
            <a:r>
              <a:rPr dirty="0"/>
              <a:t>de</a:t>
            </a:r>
            <a:r>
              <a:rPr dirty="0" spc="150"/>
              <a:t>  </a:t>
            </a:r>
            <a:r>
              <a:rPr dirty="0"/>
              <a:t>um</a:t>
            </a:r>
            <a:r>
              <a:rPr dirty="0" spc="140"/>
              <a:t>  </a:t>
            </a:r>
            <a:r>
              <a:rPr dirty="0"/>
              <a:t>software</a:t>
            </a:r>
            <a:r>
              <a:rPr dirty="0" spc="140"/>
              <a:t>  </a:t>
            </a:r>
            <a:r>
              <a:rPr dirty="0"/>
              <a:t>para</a:t>
            </a:r>
            <a:r>
              <a:rPr dirty="0" spc="140"/>
              <a:t>  </a:t>
            </a:r>
            <a:r>
              <a:rPr dirty="0"/>
              <a:t>clínicas</a:t>
            </a:r>
            <a:r>
              <a:rPr dirty="0" spc="130"/>
              <a:t>  </a:t>
            </a:r>
            <a:r>
              <a:rPr dirty="0"/>
              <a:t>veterinárias</a:t>
            </a:r>
            <a:r>
              <a:rPr dirty="0" spc="130"/>
              <a:t>  </a:t>
            </a:r>
            <a:r>
              <a:rPr dirty="0" spc="-25"/>
              <a:t>que </a:t>
            </a:r>
            <a:r>
              <a:rPr dirty="0"/>
              <a:t>auxilie</a:t>
            </a:r>
            <a:r>
              <a:rPr dirty="0" spc="125"/>
              <a:t> </a:t>
            </a:r>
            <a:r>
              <a:rPr dirty="0"/>
              <a:t>no</a:t>
            </a:r>
            <a:r>
              <a:rPr dirty="0" spc="135"/>
              <a:t> </a:t>
            </a:r>
            <a:r>
              <a:rPr dirty="0"/>
              <a:t>agendamento</a:t>
            </a:r>
            <a:r>
              <a:rPr dirty="0" spc="135"/>
              <a:t> </a:t>
            </a:r>
            <a:r>
              <a:rPr dirty="0"/>
              <a:t>de</a:t>
            </a:r>
            <a:r>
              <a:rPr dirty="0" spc="125"/>
              <a:t> </a:t>
            </a:r>
            <a:r>
              <a:rPr dirty="0"/>
              <a:t>consultas</a:t>
            </a:r>
            <a:r>
              <a:rPr dirty="0" spc="150"/>
              <a:t> </a:t>
            </a:r>
            <a:r>
              <a:rPr dirty="0"/>
              <a:t>e</a:t>
            </a:r>
            <a:r>
              <a:rPr dirty="0" spc="125"/>
              <a:t> </a:t>
            </a:r>
            <a:r>
              <a:rPr dirty="0"/>
              <a:t>também</a:t>
            </a:r>
            <a:r>
              <a:rPr dirty="0" spc="130"/>
              <a:t> </a:t>
            </a:r>
            <a:r>
              <a:rPr dirty="0"/>
              <a:t>no</a:t>
            </a:r>
            <a:r>
              <a:rPr dirty="0" spc="140"/>
              <a:t> </a:t>
            </a:r>
            <a:r>
              <a:rPr dirty="0" spc="-10"/>
              <a:t>procedimento veterinário.</a:t>
            </a:r>
          </a:p>
          <a:p>
            <a:pPr algn="just" marL="457200" marR="5080" indent="-445134">
              <a:lnSpc>
                <a:spcPct val="115199"/>
              </a:lnSpc>
              <a:spcBef>
                <a:spcPts val="1835"/>
              </a:spcBef>
              <a:buFont typeface="Times New Roman"/>
              <a:buChar char="●"/>
              <a:tabLst>
                <a:tab pos="457200" algn="l"/>
              </a:tabLst>
            </a:pPr>
            <a:r>
              <a:rPr dirty="0"/>
              <a:t>Desta</a:t>
            </a:r>
            <a:r>
              <a:rPr dirty="0" spc="455"/>
              <a:t> </a:t>
            </a:r>
            <a:r>
              <a:rPr dirty="0"/>
              <a:t>forma,</a:t>
            </a:r>
            <a:r>
              <a:rPr dirty="0" spc="459"/>
              <a:t> </a:t>
            </a:r>
            <a:r>
              <a:rPr dirty="0"/>
              <a:t>é</a:t>
            </a:r>
            <a:r>
              <a:rPr dirty="0" spc="459"/>
              <a:t> </a:t>
            </a:r>
            <a:r>
              <a:rPr dirty="0"/>
              <a:t>possível</a:t>
            </a:r>
            <a:r>
              <a:rPr dirty="0" spc="480"/>
              <a:t> </a:t>
            </a:r>
            <a:r>
              <a:rPr dirty="0"/>
              <a:t>otimizar</a:t>
            </a:r>
            <a:r>
              <a:rPr dirty="0" spc="459"/>
              <a:t> </a:t>
            </a:r>
            <a:r>
              <a:rPr dirty="0"/>
              <a:t>os</a:t>
            </a:r>
            <a:r>
              <a:rPr dirty="0" spc="465"/>
              <a:t> </a:t>
            </a:r>
            <a:r>
              <a:rPr dirty="0"/>
              <a:t>processos</a:t>
            </a:r>
            <a:r>
              <a:rPr dirty="0" spc="465"/>
              <a:t> </a:t>
            </a:r>
            <a:r>
              <a:rPr dirty="0"/>
              <a:t>da</a:t>
            </a:r>
            <a:r>
              <a:rPr dirty="0" spc="475"/>
              <a:t> </a:t>
            </a:r>
            <a:r>
              <a:rPr dirty="0"/>
              <a:t>clínica</a:t>
            </a:r>
            <a:r>
              <a:rPr dirty="0" spc="475"/>
              <a:t> </a:t>
            </a:r>
            <a:r>
              <a:rPr dirty="0" spc="-10"/>
              <a:t>gerando </a:t>
            </a:r>
            <a:r>
              <a:rPr dirty="0"/>
              <a:t>melhores</a:t>
            </a:r>
            <a:r>
              <a:rPr dirty="0" spc="225"/>
              <a:t> </a:t>
            </a:r>
            <a:r>
              <a:rPr dirty="0"/>
              <a:t>resultados</a:t>
            </a:r>
            <a:r>
              <a:rPr dirty="0" spc="229"/>
              <a:t> </a:t>
            </a:r>
            <a:r>
              <a:rPr dirty="0"/>
              <a:t>como:</a:t>
            </a:r>
            <a:r>
              <a:rPr dirty="0" spc="229"/>
              <a:t> </a:t>
            </a:r>
            <a:r>
              <a:rPr dirty="0"/>
              <a:t>maior</a:t>
            </a:r>
            <a:r>
              <a:rPr dirty="0" spc="245"/>
              <a:t> </a:t>
            </a:r>
            <a:r>
              <a:rPr dirty="0"/>
              <a:t>organização</a:t>
            </a:r>
            <a:r>
              <a:rPr dirty="0" spc="235"/>
              <a:t> </a:t>
            </a:r>
            <a:r>
              <a:rPr dirty="0"/>
              <a:t>dos</a:t>
            </a:r>
            <a:r>
              <a:rPr dirty="0" spc="245"/>
              <a:t> </a:t>
            </a:r>
            <a:r>
              <a:rPr dirty="0" spc="-10"/>
              <a:t>procedimentos, </a:t>
            </a:r>
            <a:r>
              <a:rPr dirty="0"/>
              <a:t>diminuição</a:t>
            </a:r>
            <a:r>
              <a:rPr dirty="0" spc="105"/>
              <a:t> </a:t>
            </a:r>
            <a:r>
              <a:rPr dirty="0"/>
              <a:t>no</a:t>
            </a:r>
            <a:r>
              <a:rPr dirty="0" spc="105"/>
              <a:t> </a:t>
            </a:r>
            <a:r>
              <a:rPr dirty="0"/>
              <a:t>tempo</a:t>
            </a:r>
            <a:r>
              <a:rPr dirty="0" spc="110"/>
              <a:t> </a:t>
            </a:r>
            <a:r>
              <a:rPr dirty="0"/>
              <a:t>da</a:t>
            </a:r>
            <a:r>
              <a:rPr dirty="0" spc="90"/>
              <a:t> </a:t>
            </a:r>
            <a:r>
              <a:rPr dirty="0"/>
              <a:t>consulta,</a:t>
            </a:r>
            <a:r>
              <a:rPr dirty="0" spc="85"/>
              <a:t> </a:t>
            </a:r>
            <a:r>
              <a:rPr dirty="0"/>
              <a:t>melhor</a:t>
            </a:r>
            <a:r>
              <a:rPr dirty="0" spc="95"/>
              <a:t> </a:t>
            </a:r>
            <a:r>
              <a:rPr dirty="0"/>
              <a:t>qualidade</a:t>
            </a:r>
            <a:r>
              <a:rPr dirty="0" spc="95"/>
              <a:t> </a:t>
            </a:r>
            <a:r>
              <a:rPr dirty="0"/>
              <a:t>nos</a:t>
            </a:r>
            <a:r>
              <a:rPr dirty="0" spc="105"/>
              <a:t> </a:t>
            </a:r>
            <a:r>
              <a:rPr dirty="0"/>
              <a:t>serviços</a:t>
            </a:r>
            <a:r>
              <a:rPr dirty="0" spc="120"/>
              <a:t> </a:t>
            </a:r>
            <a:r>
              <a:rPr dirty="0" spc="-50"/>
              <a:t>e </a:t>
            </a:r>
            <a:r>
              <a:rPr dirty="0"/>
              <a:t>controle</a:t>
            </a:r>
            <a:r>
              <a:rPr dirty="0" spc="-20"/>
              <a:t> </a:t>
            </a:r>
            <a:r>
              <a:rPr dirty="0"/>
              <a:t>dos</a:t>
            </a:r>
            <a:r>
              <a:rPr dirty="0" spc="-15"/>
              <a:t> </a:t>
            </a:r>
            <a:r>
              <a:rPr dirty="0" spc="-10"/>
              <a:t>dados.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7"/>
            <a:ext cx="608965" cy="969644"/>
          </a:xfrm>
          <a:custGeom>
            <a:avLst/>
            <a:gdLst/>
            <a:ahLst/>
            <a:cxnLst/>
            <a:rect l="l" t="t" r="r" b="b"/>
            <a:pathLst>
              <a:path w="608965" h="969644">
                <a:moveTo>
                  <a:pt x="0" y="969575"/>
                </a:moveTo>
                <a:lnTo>
                  <a:pt x="0" y="935272"/>
                </a:lnTo>
                <a:lnTo>
                  <a:pt x="239945" y="800608"/>
                </a:lnTo>
                <a:lnTo>
                  <a:pt x="286131" y="774001"/>
                </a:lnTo>
                <a:lnTo>
                  <a:pt x="324950" y="750824"/>
                </a:lnTo>
                <a:lnTo>
                  <a:pt x="376428" y="716280"/>
                </a:lnTo>
                <a:lnTo>
                  <a:pt x="408163" y="681933"/>
                </a:lnTo>
                <a:lnTo>
                  <a:pt x="428639" y="642168"/>
                </a:lnTo>
                <a:lnTo>
                  <a:pt x="440055" y="598170"/>
                </a:lnTo>
                <a:lnTo>
                  <a:pt x="444612" y="551123"/>
                </a:lnTo>
                <a:lnTo>
                  <a:pt x="444514" y="502214"/>
                </a:lnTo>
                <a:lnTo>
                  <a:pt x="441960" y="452628"/>
                </a:lnTo>
                <a:lnTo>
                  <a:pt x="440650" y="422719"/>
                </a:lnTo>
                <a:lnTo>
                  <a:pt x="439483" y="392811"/>
                </a:lnTo>
                <a:lnTo>
                  <a:pt x="439189" y="364950"/>
                </a:lnTo>
                <a:lnTo>
                  <a:pt x="439173" y="363474"/>
                </a:lnTo>
                <a:lnTo>
                  <a:pt x="440436" y="335280"/>
                </a:lnTo>
                <a:lnTo>
                  <a:pt x="450842" y="282273"/>
                </a:lnTo>
                <a:lnTo>
                  <a:pt x="468820" y="232410"/>
                </a:lnTo>
                <a:lnTo>
                  <a:pt x="491656" y="184832"/>
                </a:lnTo>
                <a:lnTo>
                  <a:pt x="516636" y="138684"/>
                </a:lnTo>
                <a:lnTo>
                  <a:pt x="542139" y="91963"/>
                </a:lnTo>
                <a:lnTo>
                  <a:pt x="564070" y="44958"/>
                </a:lnTo>
                <a:lnTo>
                  <a:pt x="578411" y="0"/>
                </a:lnTo>
                <a:lnTo>
                  <a:pt x="608773" y="0"/>
                </a:lnTo>
                <a:lnTo>
                  <a:pt x="592074" y="54864"/>
                </a:lnTo>
                <a:lnTo>
                  <a:pt x="568737" y="105251"/>
                </a:lnTo>
                <a:lnTo>
                  <a:pt x="542544" y="153924"/>
                </a:lnTo>
                <a:lnTo>
                  <a:pt x="518707" y="197739"/>
                </a:lnTo>
                <a:lnTo>
                  <a:pt x="497014" y="242697"/>
                </a:lnTo>
                <a:lnTo>
                  <a:pt x="480179" y="289369"/>
                </a:lnTo>
                <a:lnTo>
                  <a:pt x="470916" y="338328"/>
                </a:lnTo>
                <a:lnTo>
                  <a:pt x="469521" y="363474"/>
                </a:lnTo>
                <a:lnTo>
                  <a:pt x="469406" y="392811"/>
                </a:lnTo>
                <a:lnTo>
                  <a:pt x="470487" y="421052"/>
                </a:lnTo>
                <a:lnTo>
                  <a:pt x="472440" y="451104"/>
                </a:lnTo>
                <a:lnTo>
                  <a:pt x="474212" y="494971"/>
                </a:lnTo>
                <a:lnTo>
                  <a:pt x="474492" y="539664"/>
                </a:lnTo>
                <a:lnTo>
                  <a:pt x="471600" y="584145"/>
                </a:lnTo>
                <a:lnTo>
                  <a:pt x="463855" y="627372"/>
                </a:lnTo>
                <a:lnTo>
                  <a:pt x="449580" y="668307"/>
                </a:lnTo>
                <a:lnTo>
                  <a:pt x="427093" y="705909"/>
                </a:lnTo>
                <a:lnTo>
                  <a:pt x="394716" y="739140"/>
                </a:lnTo>
                <a:lnTo>
                  <a:pt x="341771" y="775151"/>
                </a:lnTo>
                <a:lnTo>
                  <a:pt x="302323" y="798957"/>
                </a:lnTo>
                <a:lnTo>
                  <a:pt x="255636" y="826064"/>
                </a:lnTo>
                <a:lnTo>
                  <a:pt x="0" y="96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48175" y="1360371"/>
            <a:ext cx="3636645" cy="4006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9105" algn="l"/>
              </a:tabLst>
            </a:pPr>
            <a:r>
              <a:rPr dirty="0" sz="2100" spc="-50">
                <a:solidFill>
                  <a:srgbClr val="000000"/>
                </a:solidFill>
                <a:latin typeface="Wide Latin"/>
                <a:cs typeface="Wide Latin"/>
              </a:rPr>
              <a:t>t</a:t>
            </a:r>
            <a:r>
              <a:rPr dirty="0" sz="2100">
                <a:solidFill>
                  <a:srgbClr val="000000"/>
                </a:solidFill>
                <a:latin typeface="Wide Latin"/>
                <a:cs typeface="Wide Latin"/>
              </a:rPr>
              <a:t>	</a:t>
            </a:r>
            <a:r>
              <a:rPr dirty="0" sz="2450">
                <a:solidFill>
                  <a:srgbClr val="000000"/>
                </a:solidFill>
              </a:rPr>
              <a:t>Objetivos</a:t>
            </a:r>
            <a:r>
              <a:rPr dirty="0" sz="2450" spc="-35">
                <a:solidFill>
                  <a:srgbClr val="000000"/>
                </a:solidFill>
              </a:rPr>
              <a:t> </a:t>
            </a:r>
            <a:r>
              <a:rPr dirty="0" sz="2450" spc="-10">
                <a:solidFill>
                  <a:srgbClr val="000000"/>
                </a:solidFill>
              </a:rPr>
              <a:t>Específicos</a:t>
            </a:r>
            <a:endParaRPr sz="2450">
              <a:latin typeface="Wide Latin"/>
              <a:cs typeface="Wide Lati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51658" y="772667"/>
            <a:ext cx="1141095" cy="1967864"/>
          </a:xfrm>
          <a:custGeom>
            <a:avLst/>
            <a:gdLst/>
            <a:ahLst/>
            <a:cxnLst/>
            <a:rect l="l" t="t" r="r" b="b"/>
            <a:pathLst>
              <a:path w="1141095" h="1967864">
                <a:moveTo>
                  <a:pt x="1140726" y="1926272"/>
                </a:moveTo>
                <a:lnTo>
                  <a:pt x="1082433" y="1881949"/>
                </a:lnTo>
                <a:lnTo>
                  <a:pt x="1046010" y="1850275"/>
                </a:lnTo>
                <a:lnTo>
                  <a:pt x="1011986" y="1816404"/>
                </a:lnTo>
                <a:lnTo>
                  <a:pt x="980897" y="1779917"/>
                </a:lnTo>
                <a:lnTo>
                  <a:pt x="953274" y="1740408"/>
                </a:lnTo>
                <a:lnTo>
                  <a:pt x="931862" y="1701939"/>
                </a:lnTo>
                <a:lnTo>
                  <a:pt x="913079" y="1660207"/>
                </a:lnTo>
                <a:lnTo>
                  <a:pt x="896505" y="1616011"/>
                </a:lnTo>
                <a:lnTo>
                  <a:pt x="881697" y="1570177"/>
                </a:lnTo>
                <a:lnTo>
                  <a:pt x="868248" y="1523492"/>
                </a:lnTo>
                <a:lnTo>
                  <a:pt x="855738" y="1476756"/>
                </a:lnTo>
                <a:lnTo>
                  <a:pt x="842137" y="1427441"/>
                </a:lnTo>
                <a:lnTo>
                  <a:pt x="828116" y="1378267"/>
                </a:lnTo>
                <a:lnTo>
                  <a:pt x="812660" y="1329956"/>
                </a:lnTo>
                <a:lnTo>
                  <a:pt x="794778" y="1283208"/>
                </a:lnTo>
                <a:lnTo>
                  <a:pt x="773506" y="1239926"/>
                </a:lnTo>
                <a:lnTo>
                  <a:pt x="748665" y="1199108"/>
                </a:lnTo>
                <a:lnTo>
                  <a:pt x="721029" y="1159992"/>
                </a:lnTo>
                <a:lnTo>
                  <a:pt x="691438" y="1121740"/>
                </a:lnTo>
                <a:lnTo>
                  <a:pt x="660666" y="1083564"/>
                </a:lnTo>
                <a:lnTo>
                  <a:pt x="653783" y="1075334"/>
                </a:lnTo>
                <a:lnTo>
                  <a:pt x="646760" y="1066800"/>
                </a:lnTo>
                <a:lnTo>
                  <a:pt x="639445" y="1058278"/>
                </a:lnTo>
                <a:lnTo>
                  <a:pt x="631710" y="1050036"/>
                </a:lnTo>
                <a:lnTo>
                  <a:pt x="611251" y="1025677"/>
                </a:lnTo>
                <a:lnTo>
                  <a:pt x="589229" y="1002601"/>
                </a:lnTo>
                <a:lnTo>
                  <a:pt x="566343" y="980389"/>
                </a:lnTo>
                <a:lnTo>
                  <a:pt x="543318" y="958596"/>
                </a:lnTo>
                <a:lnTo>
                  <a:pt x="516496" y="933627"/>
                </a:lnTo>
                <a:lnTo>
                  <a:pt x="491121" y="908494"/>
                </a:lnTo>
                <a:lnTo>
                  <a:pt x="445782" y="854964"/>
                </a:lnTo>
                <a:lnTo>
                  <a:pt x="414159" y="810768"/>
                </a:lnTo>
                <a:lnTo>
                  <a:pt x="384822" y="766572"/>
                </a:lnTo>
                <a:lnTo>
                  <a:pt x="357314" y="727506"/>
                </a:lnTo>
                <a:lnTo>
                  <a:pt x="329387" y="688276"/>
                </a:lnTo>
                <a:lnTo>
                  <a:pt x="300596" y="649351"/>
                </a:lnTo>
                <a:lnTo>
                  <a:pt x="270522" y="611124"/>
                </a:lnTo>
                <a:lnTo>
                  <a:pt x="235470" y="571500"/>
                </a:lnTo>
                <a:lnTo>
                  <a:pt x="212610" y="546290"/>
                </a:lnTo>
                <a:lnTo>
                  <a:pt x="190893" y="520636"/>
                </a:lnTo>
                <a:lnTo>
                  <a:pt x="157746" y="466344"/>
                </a:lnTo>
                <a:lnTo>
                  <a:pt x="139649" y="405955"/>
                </a:lnTo>
                <a:lnTo>
                  <a:pt x="127266" y="339852"/>
                </a:lnTo>
                <a:lnTo>
                  <a:pt x="120980" y="302704"/>
                </a:lnTo>
                <a:lnTo>
                  <a:pt x="117614" y="284353"/>
                </a:lnTo>
                <a:lnTo>
                  <a:pt x="101701" y="217004"/>
                </a:lnTo>
                <a:lnTo>
                  <a:pt x="89319" y="168198"/>
                </a:lnTo>
                <a:lnTo>
                  <a:pt x="75869" y="119913"/>
                </a:lnTo>
                <a:lnTo>
                  <a:pt x="60833" y="71716"/>
                </a:lnTo>
                <a:lnTo>
                  <a:pt x="43649" y="23241"/>
                </a:lnTo>
                <a:lnTo>
                  <a:pt x="34277" y="0"/>
                </a:lnTo>
                <a:lnTo>
                  <a:pt x="0" y="0"/>
                </a:lnTo>
                <a:lnTo>
                  <a:pt x="15214" y="37693"/>
                </a:lnTo>
                <a:lnTo>
                  <a:pt x="32042" y="85166"/>
                </a:lnTo>
                <a:lnTo>
                  <a:pt x="46761" y="132372"/>
                </a:lnTo>
                <a:lnTo>
                  <a:pt x="59842" y="179654"/>
                </a:lnTo>
                <a:lnTo>
                  <a:pt x="71793" y="227368"/>
                </a:lnTo>
                <a:lnTo>
                  <a:pt x="83070" y="275844"/>
                </a:lnTo>
                <a:lnTo>
                  <a:pt x="87134" y="292404"/>
                </a:lnTo>
                <a:lnTo>
                  <a:pt x="90500" y="309943"/>
                </a:lnTo>
                <a:lnTo>
                  <a:pt x="96786" y="347472"/>
                </a:lnTo>
                <a:lnTo>
                  <a:pt x="102641" y="381939"/>
                </a:lnTo>
                <a:lnTo>
                  <a:pt x="117779" y="449707"/>
                </a:lnTo>
                <a:lnTo>
                  <a:pt x="145097" y="512521"/>
                </a:lnTo>
                <a:lnTo>
                  <a:pt x="188582" y="569239"/>
                </a:lnTo>
                <a:lnTo>
                  <a:pt x="221729" y="605917"/>
                </a:lnTo>
                <a:lnTo>
                  <a:pt x="239395" y="624827"/>
                </a:lnTo>
                <a:lnTo>
                  <a:pt x="247662" y="633984"/>
                </a:lnTo>
                <a:lnTo>
                  <a:pt x="276821" y="672185"/>
                </a:lnTo>
                <a:lnTo>
                  <a:pt x="305003" y="710946"/>
                </a:lnTo>
                <a:lnTo>
                  <a:pt x="332308" y="749719"/>
                </a:lnTo>
                <a:lnTo>
                  <a:pt x="358914" y="787908"/>
                </a:lnTo>
                <a:lnTo>
                  <a:pt x="374027" y="809866"/>
                </a:lnTo>
                <a:lnTo>
                  <a:pt x="389585" y="832104"/>
                </a:lnTo>
                <a:lnTo>
                  <a:pt x="421398" y="876300"/>
                </a:lnTo>
                <a:lnTo>
                  <a:pt x="469595" y="933259"/>
                </a:lnTo>
                <a:lnTo>
                  <a:pt x="523506" y="984504"/>
                </a:lnTo>
                <a:lnTo>
                  <a:pt x="567893" y="1028128"/>
                </a:lnTo>
                <a:lnTo>
                  <a:pt x="589292" y="1050302"/>
                </a:lnTo>
                <a:lnTo>
                  <a:pt x="608850" y="1072896"/>
                </a:lnTo>
                <a:lnTo>
                  <a:pt x="615911" y="1081786"/>
                </a:lnTo>
                <a:lnTo>
                  <a:pt x="630059" y="1098410"/>
                </a:lnTo>
                <a:lnTo>
                  <a:pt x="636282" y="1106424"/>
                </a:lnTo>
                <a:lnTo>
                  <a:pt x="666877" y="1143660"/>
                </a:lnTo>
                <a:lnTo>
                  <a:pt x="696023" y="1180820"/>
                </a:lnTo>
                <a:lnTo>
                  <a:pt x="722960" y="1218577"/>
                </a:lnTo>
                <a:lnTo>
                  <a:pt x="746975" y="1257566"/>
                </a:lnTo>
                <a:lnTo>
                  <a:pt x="767346" y="1298448"/>
                </a:lnTo>
                <a:lnTo>
                  <a:pt x="783678" y="1343177"/>
                </a:lnTo>
                <a:lnTo>
                  <a:pt x="798588" y="1389888"/>
                </a:lnTo>
                <a:lnTo>
                  <a:pt x="812342" y="1437754"/>
                </a:lnTo>
                <a:lnTo>
                  <a:pt x="825258" y="1485900"/>
                </a:lnTo>
                <a:lnTo>
                  <a:pt x="838428" y="1534693"/>
                </a:lnTo>
                <a:lnTo>
                  <a:pt x="852398" y="1583105"/>
                </a:lnTo>
                <a:lnTo>
                  <a:pt x="867740" y="1630489"/>
                </a:lnTo>
                <a:lnTo>
                  <a:pt x="884974" y="1676234"/>
                </a:lnTo>
                <a:lnTo>
                  <a:pt x="904659" y="1719694"/>
                </a:lnTo>
                <a:lnTo>
                  <a:pt x="927366" y="1760220"/>
                </a:lnTo>
                <a:lnTo>
                  <a:pt x="956627" y="1801876"/>
                </a:lnTo>
                <a:lnTo>
                  <a:pt x="989228" y="1840217"/>
                </a:lnTo>
                <a:lnTo>
                  <a:pt x="1024610" y="1875663"/>
                </a:lnTo>
                <a:lnTo>
                  <a:pt x="1062240" y="1908619"/>
                </a:lnTo>
                <a:lnTo>
                  <a:pt x="1101585" y="1939518"/>
                </a:lnTo>
                <a:lnTo>
                  <a:pt x="1140726" y="1967750"/>
                </a:lnTo>
                <a:lnTo>
                  <a:pt x="1140726" y="1926272"/>
                </a:lnTo>
                <a:close/>
              </a:path>
              <a:path w="1141095" h="1967864">
                <a:moveTo>
                  <a:pt x="1140726" y="958913"/>
                </a:moveTo>
                <a:lnTo>
                  <a:pt x="1104912" y="916495"/>
                </a:lnTo>
                <a:lnTo>
                  <a:pt x="1077429" y="881849"/>
                </a:lnTo>
                <a:lnTo>
                  <a:pt x="1050810" y="847344"/>
                </a:lnTo>
                <a:lnTo>
                  <a:pt x="1020902" y="807720"/>
                </a:lnTo>
                <a:lnTo>
                  <a:pt x="1005586" y="787768"/>
                </a:lnTo>
                <a:lnTo>
                  <a:pt x="966609" y="741718"/>
                </a:lnTo>
                <a:lnTo>
                  <a:pt x="914412" y="693521"/>
                </a:lnTo>
                <a:lnTo>
                  <a:pt x="864946" y="651967"/>
                </a:lnTo>
                <a:lnTo>
                  <a:pt x="842594" y="632650"/>
                </a:lnTo>
                <a:lnTo>
                  <a:pt x="821080" y="612482"/>
                </a:lnTo>
                <a:lnTo>
                  <a:pt x="800874" y="591312"/>
                </a:lnTo>
                <a:lnTo>
                  <a:pt x="794016" y="584225"/>
                </a:lnTo>
                <a:lnTo>
                  <a:pt x="780300" y="569455"/>
                </a:lnTo>
                <a:lnTo>
                  <a:pt x="773442" y="562356"/>
                </a:lnTo>
                <a:lnTo>
                  <a:pt x="735622" y="520661"/>
                </a:lnTo>
                <a:lnTo>
                  <a:pt x="700671" y="479107"/>
                </a:lnTo>
                <a:lnTo>
                  <a:pt x="669709" y="436130"/>
                </a:lnTo>
                <a:lnTo>
                  <a:pt x="643902" y="390144"/>
                </a:lnTo>
                <a:lnTo>
                  <a:pt x="627532" y="350888"/>
                </a:lnTo>
                <a:lnTo>
                  <a:pt x="612470" y="309181"/>
                </a:lnTo>
                <a:lnTo>
                  <a:pt x="598246" y="266065"/>
                </a:lnTo>
                <a:lnTo>
                  <a:pt x="584466" y="222504"/>
                </a:lnTo>
                <a:lnTo>
                  <a:pt x="568731" y="170954"/>
                </a:lnTo>
                <a:lnTo>
                  <a:pt x="551903" y="119468"/>
                </a:lnTo>
                <a:lnTo>
                  <a:pt x="532892" y="69215"/>
                </a:lnTo>
                <a:lnTo>
                  <a:pt x="510578" y="21386"/>
                </a:lnTo>
                <a:lnTo>
                  <a:pt x="497674" y="0"/>
                </a:lnTo>
                <a:lnTo>
                  <a:pt x="460692" y="0"/>
                </a:lnTo>
                <a:lnTo>
                  <a:pt x="483184" y="37706"/>
                </a:lnTo>
                <a:lnTo>
                  <a:pt x="504596" y="83413"/>
                </a:lnTo>
                <a:lnTo>
                  <a:pt x="523151" y="131610"/>
                </a:lnTo>
                <a:lnTo>
                  <a:pt x="539800" y="181343"/>
                </a:lnTo>
                <a:lnTo>
                  <a:pt x="555510" y="231648"/>
                </a:lnTo>
                <a:lnTo>
                  <a:pt x="568464" y="275488"/>
                </a:lnTo>
                <a:lnTo>
                  <a:pt x="582561" y="319468"/>
                </a:lnTo>
                <a:lnTo>
                  <a:pt x="598373" y="362597"/>
                </a:lnTo>
                <a:lnTo>
                  <a:pt x="616470" y="403860"/>
                </a:lnTo>
                <a:lnTo>
                  <a:pt x="643420" y="452755"/>
                </a:lnTo>
                <a:lnTo>
                  <a:pt x="675525" y="497776"/>
                </a:lnTo>
                <a:lnTo>
                  <a:pt x="711619" y="540816"/>
                </a:lnTo>
                <a:lnTo>
                  <a:pt x="750582" y="583692"/>
                </a:lnTo>
                <a:lnTo>
                  <a:pt x="757440" y="590791"/>
                </a:lnTo>
                <a:lnTo>
                  <a:pt x="771156" y="605561"/>
                </a:lnTo>
                <a:lnTo>
                  <a:pt x="799350" y="634733"/>
                </a:lnTo>
                <a:lnTo>
                  <a:pt x="821829" y="655510"/>
                </a:lnTo>
                <a:lnTo>
                  <a:pt x="844880" y="675449"/>
                </a:lnTo>
                <a:lnTo>
                  <a:pt x="894740" y="717613"/>
                </a:lnTo>
                <a:lnTo>
                  <a:pt x="920127" y="740283"/>
                </a:lnTo>
                <a:lnTo>
                  <a:pt x="965466" y="787908"/>
                </a:lnTo>
                <a:lnTo>
                  <a:pt x="996518" y="826770"/>
                </a:lnTo>
                <a:lnTo>
                  <a:pt x="1026426" y="865632"/>
                </a:lnTo>
                <a:lnTo>
                  <a:pt x="1081862" y="935736"/>
                </a:lnTo>
                <a:lnTo>
                  <a:pt x="1110640" y="971080"/>
                </a:lnTo>
                <a:lnTo>
                  <a:pt x="1140726" y="1005840"/>
                </a:lnTo>
                <a:lnTo>
                  <a:pt x="1140726" y="958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457200" marR="5080" indent="-445134">
              <a:lnSpc>
                <a:spcPct val="115300"/>
              </a:lnSpc>
              <a:spcBef>
                <a:spcPts val="100"/>
              </a:spcBef>
              <a:buFont typeface="Times New Roman"/>
              <a:buChar char="●"/>
              <a:tabLst>
                <a:tab pos="457200" algn="l"/>
              </a:tabLst>
            </a:pPr>
            <a:r>
              <a:rPr dirty="0"/>
              <a:t>O</a:t>
            </a:r>
            <a:r>
              <a:rPr dirty="0" spc="120"/>
              <a:t>  </a:t>
            </a:r>
            <a:r>
              <a:rPr dirty="0"/>
              <a:t>software</a:t>
            </a:r>
            <a:r>
              <a:rPr dirty="0" spc="125"/>
              <a:t>  </a:t>
            </a:r>
            <a:r>
              <a:rPr dirty="0"/>
              <a:t>permitirá</a:t>
            </a:r>
            <a:r>
              <a:rPr dirty="0" spc="114"/>
              <a:t>  </a:t>
            </a:r>
            <a:r>
              <a:rPr dirty="0"/>
              <a:t>a</a:t>
            </a:r>
            <a:r>
              <a:rPr dirty="0" spc="135"/>
              <a:t>  </a:t>
            </a:r>
            <a:r>
              <a:rPr dirty="0"/>
              <a:t>gerência</a:t>
            </a:r>
            <a:r>
              <a:rPr dirty="0" spc="130"/>
              <a:t>  </a:t>
            </a:r>
            <a:r>
              <a:rPr dirty="0"/>
              <a:t>de</a:t>
            </a:r>
            <a:r>
              <a:rPr dirty="0" spc="125"/>
              <a:t>  </a:t>
            </a:r>
            <a:r>
              <a:rPr dirty="0"/>
              <a:t>animais,</a:t>
            </a:r>
            <a:r>
              <a:rPr dirty="0" spc="130"/>
              <a:t>  </a:t>
            </a:r>
            <a:r>
              <a:rPr dirty="0"/>
              <a:t>medicamentos</a:t>
            </a:r>
            <a:r>
              <a:rPr dirty="0" spc="125"/>
              <a:t>  </a:t>
            </a:r>
            <a:r>
              <a:rPr dirty="0" spc="-50"/>
              <a:t>e </a:t>
            </a:r>
            <a:r>
              <a:rPr dirty="0"/>
              <a:t>veterinários</a:t>
            </a:r>
            <a:r>
              <a:rPr dirty="0" spc="-60"/>
              <a:t> </a:t>
            </a:r>
            <a:r>
              <a:rPr dirty="0"/>
              <a:t>da</a:t>
            </a:r>
            <a:r>
              <a:rPr dirty="0" spc="-10"/>
              <a:t> clínica.</a:t>
            </a:r>
          </a:p>
          <a:p>
            <a:pPr algn="just" marL="457200" marR="5080" indent="-445134">
              <a:lnSpc>
                <a:spcPct val="115199"/>
              </a:lnSpc>
              <a:spcBef>
                <a:spcPts val="1845"/>
              </a:spcBef>
              <a:buFont typeface="Times New Roman"/>
              <a:buChar char="●"/>
              <a:tabLst>
                <a:tab pos="457200" algn="l"/>
              </a:tabLst>
            </a:pPr>
            <a:r>
              <a:rPr dirty="0" spc="-10"/>
              <a:t>Espera-</a:t>
            </a:r>
            <a:r>
              <a:rPr dirty="0"/>
              <a:t>se</a:t>
            </a:r>
            <a:r>
              <a:rPr dirty="0" spc="85"/>
              <a:t> </a:t>
            </a:r>
            <a:r>
              <a:rPr dirty="0"/>
              <a:t>que</a:t>
            </a:r>
            <a:r>
              <a:rPr dirty="0" spc="85"/>
              <a:t> </a:t>
            </a:r>
            <a:r>
              <a:rPr dirty="0"/>
              <a:t>o</a:t>
            </a:r>
            <a:r>
              <a:rPr dirty="0" spc="80"/>
              <a:t> </a:t>
            </a:r>
            <a:r>
              <a:rPr dirty="0"/>
              <a:t>sistema</a:t>
            </a:r>
            <a:r>
              <a:rPr dirty="0" spc="80"/>
              <a:t> </a:t>
            </a:r>
            <a:r>
              <a:rPr dirty="0"/>
              <a:t>contribua</a:t>
            </a:r>
            <a:r>
              <a:rPr dirty="0" spc="80"/>
              <a:t> </a:t>
            </a:r>
            <a:r>
              <a:rPr dirty="0"/>
              <a:t>com</a:t>
            </a:r>
            <a:r>
              <a:rPr dirty="0" spc="70"/>
              <a:t> </a:t>
            </a:r>
            <a:r>
              <a:rPr dirty="0"/>
              <a:t>a</a:t>
            </a:r>
            <a:r>
              <a:rPr dirty="0" spc="80"/>
              <a:t> </a:t>
            </a:r>
            <a:r>
              <a:rPr dirty="0"/>
              <a:t>gerência</a:t>
            </a:r>
            <a:r>
              <a:rPr dirty="0" spc="85"/>
              <a:t> </a:t>
            </a:r>
            <a:r>
              <a:rPr dirty="0"/>
              <a:t>dos</a:t>
            </a:r>
            <a:r>
              <a:rPr dirty="0" spc="65"/>
              <a:t> </a:t>
            </a:r>
            <a:r>
              <a:rPr dirty="0" spc="-10"/>
              <a:t>veterinários, </a:t>
            </a:r>
            <a:r>
              <a:rPr dirty="0"/>
              <a:t>das</a:t>
            </a:r>
            <a:r>
              <a:rPr dirty="0" spc="200"/>
              <a:t>  </a:t>
            </a:r>
            <a:r>
              <a:rPr dirty="0"/>
              <a:t>consultas</a:t>
            </a:r>
            <a:r>
              <a:rPr dirty="0" spc="210"/>
              <a:t>  </a:t>
            </a:r>
            <a:r>
              <a:rPr dirty="0"/>
              <a:t>e</a:t>
            </a:r>
            <a:r>
              <a:rPr dirty="0" spc="204"/>
              <a:t>  </a:t>
            </a:r>
            <a:r>
              <a:rPr dirty="0"/>
              <a:t>dos</a:t>
            </a:r>
            <a:r>
              <a:rPr dirty="0" spc="210"/>
              <a:t>  </a:t>
            </a:r>
            <a:r>
              <a:rPr dirty="0"/>
              <a:t>prontuários</a:t>
            </a:r>
            <a:r>
              <a:rPr dirty="0" spc="204"/>
              <a:t>  </a:t>
            </a:r>
            <a:r>
              <a:rPr dirty="0"/>
              <a:t>dos</a:t>
            </a:r>
            <a:r>
              <a:rPr dirty="0" spc="200"/>
              <a:t>  </a:t>
            </a:r>
            <a:r>
              <a:rPr dirty="0"/>
              <a:t>animais.</a:t>
            </a:r>
            <a:r>
              <a:rPr dirty="0" spc="195"/>
              <a:t>  </a:t>
            </a:r>
            <a:r>
              <a:rPr dirty="0"/>
              <a:t>Nos</a:t>
            </a:r>
            <a:r>
              <a:rPr dirty="0" spc="210"/>
              <a:t>  </a:t>
            </a:r>
            <a:r>
              <a:rPr dirty="0" spc="-10"/>
              <a:t>prontuários, </a:t>
            </a:r>
            <a:r>
              <a:rPr dirty="0"/>
              <a:t>deseja-se</a:t>
            </a:r>
            <a:r>
              <a:rPr dirty="0" spc="200"/>
              <a:t>  </a:t>
            </a:r>
            <a:r>
              <a:rPr dirty="0"/>
              <a:t>controlar:</a:t>
            </a:r>
            <a:r>
              <a:rPr dirty="0" spc="180"/>
              <a:t>  </a:t>
            </a:r>
            <a:r>
              <a:rPr dirty="0"/>
              <a:t>sintomas,</a:t>
            </a:r>
            <a:r>
              <a:rPr dirty="0" spc="185"/>
              <a:t>  </a:t>
            </a:r>
            <a:r>
              <a:rPr dirty="0"/>
              <a:t>exames,</a:t>
            </a:r>
            <a:r>
              <a:rPr dirty="0" spc="195"/>
              <a:t>  </a:t>
            </a:r>
            <a:r>
              <a:rPr dirty="0"/>
              <a:t>diagnósticos</a:t>
            </a:r>
            <a:r>
              <a:rPr dirty="0" spc="185"/>
              <a:t>  </a:t>
            </a:r>
            <a:r>
              <a:rPr dirty="0"/>
              <a:t>médicos</a:t>
            </a:r>
            <a:r>
              <a:rPr dirty="0" spc="195"/>
              <a:t>  </a:t>
            </a:r>
            <a:r>
              <a:rPr dirty="0" spc="-50"/>
              <a:t>e </a:t>
            </a:r>
            <a:r>
              <a:rPr dirty="0"/>
              <a:t>receita</a:t>
            </a:r>
            <a:r>
              <a:rPr dirty="0" spc="-55"/>
              <a:t> </a:t>
            </a:r>
            <a:r>
              <a:rPr dirty="0"/>
              <a:t>para</a:t>
            </a:r>
            <a:r>
              <a:rPr dirty="0" spc="-50"/>
              <a:t> </a:t>
            </a:r>
            <a:r>
              <a:rPr dirty="0" spc="-10"/>
              <a:t>medicação.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Tecnologias</a:t>
            </a:r>
            <a:r>
              <a:rPr dirty="0" spc="-35"/>
              <a:t> </a:t>
            </a:r>
            <a:r>
              <a:rPr dirty="0" spc="-10"/>
              <a:t>utilizadas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8848" y="2664998"/>
            <a:ext cx="7155180" cy="775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2420" marR="5080" indent="-300355">
              <a:lnSpc>
                <a:spcPct val="100400"/>
              </a:lnSpc>
              <a:spcBef>
                <a:spcPts val="95"/>
              </a:spcBef>
              <a:buClr>
                <a:srgbClr val="A52F0F"/>
              </a:buClr>
              <a:buFont typeface="Wide Latin"/>
              <a:buChar char="&gt;"/>
              <a:tabLst>
                <a:tab pos="312420" algn="l"/>
              </a:tabLst>
            </a:pP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Escreva</a:t>
            </a:r>
            <a:r>
              <a:rPr dirty="0" sz="2450" spc="-3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ou</a:t>
            </a:r>
            <a:r>
              <a:rPr dirty="0" sz="2450" spc="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relacione</a:t>
            </a:r>
            <a:r>
              <a:rPr dirty="0" sz="2450" spc="-5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as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possíveis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tecnologias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que</a:t>
            </a:r>
            <a:r>
              <a:rPr dirty="0" sz="245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pretende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utilizar</a:t>
            </a:r>
            <a:r>
              <a:rPr dirty="0" sz="245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450">
                <a:solidFill>
                  <a:srgbClr val="3F3F3F"/>
                </a:solidFill>
                <a:latin typeface="Century Gothic"/>
                <a:cs typeface="Century Gothic"/>
              </a:rPr>
              <a:t>no </a:t>
            </a:r>
            <a:r>
              <a:rPr dirty="0" sz="2450" spc="-10">
                <a:solidFill>
                  <a:srgbClr val="3F3F3F"/>
                </a:solidFill>
                <a:latin typeface="Century Gothic"/>
                <a:cs typeface="Century Gothic"/>
              </a:rPr>
              <a:t>trabalho.</a:t>
            </a:r>
            <a:endParaRPr sz="24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3452798"/>
            <a:ext cx="6634480" cy="1469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4700"/>
              <a:t>Exemplo –</a:t>
            </a:r>
            <a:r>
              <a:rPr dirty="0" sz="4700" spc="70"/>
              <a:t> </a:t>
            </a:r>
            <a:r>
              <a:rPr dirty="0" sz="4700" spc="-10"/>
              <a:t>Tecnologias utilizadas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532" y="973836"/>
            <a:ext cx="840105" cy="200025"/>
          </a:xfrm>
          <a:custGeom>
            <a:avLst/>
            <a:gdLst/>
            <a:ahLst/>
            <a:cxnLst/>
            <a:rect l="l" t="t" r="r" b="b"/>
            <a:pathLst>
              <a:path w="840105" h="200025">
                <a:moveTo>
                  <a:pt x="839723" y="199644"/>
                </a:moveTo>
                <a:lnTo>
                  <a:pt x="0" y="199644"/>
                </a:lnTo>
                <a:lnTo>
                  <a:pt x="199643" y="155448"/>
                </a:lnTo>
                <a:lnTo>
                  <a:pt x="203882" y="141874"/>
                </a:lnTo>
                <a:lnTo>
                  <a:pt x="217550" y="112014"/>
                </a:lnTo>
                <a:lnTo>
                  <a:pt x="242077" y="82153"/>
                </a:lnTo>
                <a:lnTo>
                  <a:pt x="278891" y="68580"/>
                </a:lnTo>
                <a:lnTo>
                  <a:pt x="311896" y="69651"/>
                </a:lnTo>
                <a:lnTo>
                  <a:pt x="331469" y="77152"/>
                </a:lnTo>
                <a:lnTo>
                  <a:pt x="345328" y="97512"/>
                </a:lnTo>
                <a:lnTo>
                  <a:pt x="361187" y="137160"/>
                </a:lnTo>
                <a:lnTo>
                  <a:pt x="366402" y="115728"/>
                </a:lnTo>
                <a:lnTo>
                  <a:pt x="385762" y="68580"/>
                </a:lnTo>
                <a:lnTo>
                  <a:pt x="424838" y="21431"/>
                </a:lnTo>
                <a:lnTo>
                  <a:pt x="489203" y="0"/>
                </a:lnTo>
                <a:lnTo>
                  <a:pt x="549116" y="2190"/>
                </a:lnTo>
                <a:lnTo>
                  <a:pt x="579881" y="17525"/>
                </a:lnTo>
                <a:lnTo>
                  <a:pt x="591216" y="59150"/>
                </a:lnTo>
                <a:lnTo>
                  <a:pt x="592835" y="140208"/>
                </a:lnTo>
                <a:lnTo>
                  <a:pt x="597765" y="133540"/>
                </a:lnTo>
                <a:lnTo>
                  <a:pt x="611695" y="118872"/>
                </a:lnTo>
                <a:lnTo>
                  <a:pt x="633341" y="104203"/>
                </a:lnTo>
                <a:lnTo>
                  <a:pt x="661415" y="97536"/>
                </a:lnTo>
                <a:lnTo>
                  <a:pt x="685442" y="98607"/>
                </a:lnTo>
                <a:lnTo>
                  <a:pt x="699325" y="106108"/>
                </a:lnTo>
                <a:lnTo>
                  <a:pt x="708350" y="126468"/>
                </a:lnTo>
                <a:lnTo>
                  <a:pt x="717803" y="166116"/>
                </a:lnTo>
                <a:lnTo>
                  <a:pt x="839723" y="199644"/>
                </a:lnTo>
                <a:close/>
              </a:path>
            </a:pathLst>
          </a:custGeom>
          <a:solidFill>
            <a:srgbClr val="E2E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496300" y="847344"/>
            <a:ext cx="1370330" cy="326390"/>
          </a:xfrm>
          <a:custGeom>
            <a:avLst/>
            <a:gdLst/>
            <a:ahLst/>
            <a:cxnLst/>
            <a:rect l="l" t="t" r="r" b="b"/>
            <a:pathLst>
              <a:path w="1370329" h="326390">
                <a:moveTo>
                  <a:pt x="1370076" y="326136"/>
                </a:moveTo>
                <a:lnTo>
                  <a:pt x="0" y="326136"/>
                </a:lnTo>
                <a:lnTo>
                  <a:pt x="326135" y="252983"/>
                </a:lnTo>
                <a:lnTo>
                  <a:pt x="333065" y="230838"/>
                </a:lnTo>
                <a:lnTo>
                  <a:pt x="355282" y="182118"/>
                </a:lnTo>
                <a:lnTo>
                  <a:pt x="394930" y="133397"/>
                </a:lnTo>
                <a:lnTo>
                  <a:pt x="454151" y="111252"/>
                </a:lnTo>
                <a:lnTo>
                  <a:pt x="507682" y="112990"/>
                </a:lnTo>
                <a:lnTo>
                  <a:pt x="539495" y="125158"/>
                </a:lnTo>
                <a:lnTo>
                  <a:pt x="562165" y="158186"/>
                </a:lnTo>
                <a:lnTo>
                  <a:pt x="588263" y="222504"/>
                </a:lnTo>
                <a:lnTo>
                  <a:pt x="596669" y="187737"/>
                </a:lnTo>
                <a:lnTo>
                  <a:pt x="628078" y="111251"/>
                </a:lnTo>
                <a:lnTo>
                  <a:pt x="691776" y="34766"/>
                </a:lnTo>
                <a:lnTo>
                  <a:pt x="797051" y="0"/>
                </a:lnTo>
                <a:lnTo>
                  <a:pt x="895707" y="3571"/>
                </a:lnTo>
                <a:lnTo>
                  <a:pt x="946213" y="28575"/>
                </a:lnTo>
                <a:lnTo>
                  <a:pt x="964430" y="96440"/>
                </a:lnTo>
                <a:lnTo>
                  <a:pt x="966215" y="228600"/>
                </a:lnTo>
                <a:lnTo>
                  <a:pt x="974169" y="217884"/>
                </a:lnTo>
                <a:lnTo>
                  <a:pt x="996695" y="194310"/>
                </a:lnTo>
                <a:lnTo>
                  <a:pt x="1031795" y="170735"/>
                </a:lnTo>
                <a:lnTo>
                  <a:pt x="1077467" y="160020"/>
                </a:lnTo>
                <a:lnTo>
                  <a:pt x="1116639" y="161734"/>
                </a:lnTo>
                <a:lnTo>
                  <a:pt x="1139380" y="173736"/>
                </a:lnTo>
                <a:lnTo>
                  <a:pt x="1154406" y="206311"/>
                </a:lnTo>
                <a:lnTo>
                  <a:pt x="1170432" y="269748"/>
                </a:lnTo>
                <a:lnTo>
                  <a:pt x="1370076" y="326136"/>
                </a:lnTo>
                <a:close/>
              </a:path>
            </a:pathLst>
          </a:custGeom>
          <a:solidFill>
            <a:srgbClr val="E2E9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dirty="0" sz="5000" spc="150">
                <a:latin typeface="Calibri"/>
                <a:cs typeface="Calibri"/>
              </a:rPr>
              <a:t>Tecnologias</a:t>
            </a:r>
            <a:r>
              <a:rPr dirty="0" sz="5000" spc="-135">
                <a:latin typeface="Calibri"/>
                <a:cs typeface="Calibri"/>
              </a:rPr>
              <a:t> </a:t>
            </a:r>
            <a:r>
              <a:rPr dirty="0" sz="5000" spc="135">
                <a:latin typeface="Calibri"/>
                <a:cs typeface="Calibri"/>
              </a:rPr>
              <a:t>Utilizadas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03307" y="1304544"/>
            <a:ext cx="840105" cy="200025"/>
          </a:xfrm>
          <a:custGeom>
            <a:avLst/>
            <a:gdLst/>
            <a:ahLst/>
            <a:cxnLst/>
            <a:rect l="l" t="t" r="r" b="b"/>
            <a:pathLst>
              <a:path w="840104" h="200025">
                <a:moveTo>
                  <a:pt x="839723" y="199644"/>
                </a:moveTo>
                <a:lnTo>
                  <a:pt x="0" y="199644"/>
                </a:lnTo>
                <a:lnTo>
                  <a:pt x="201167" y="155448"/>
                </a:lnTo>
                <a:lnTo>
                  <a:pt x="205382" y="141636"/>
                </a:lnTo>
                <a:lnTo>
                  <a:pt x="218884" y="111252"/>
                </a:lnTo>
                <a:lnTo>
                  <a:pt x="242958" y="80867"/>
                </a:lnTo>
                <a:lnTo>
                  <a:pt x="278891" y="67056"/>
                </a:lnTo>
                <a:lnTo>
                  <a:pt x="311896" y="68127"/>
                </a:lnTo>
                <a:lnTo>
                  <a:pt x="331469" y="75628"/>
                </a:lnTo>
                <a:lnTo>
                  <a:pt x="345328" y="95988"/>
                </a:lnTo>
                <a:lnTo>
                  <a:pt x="361187" y="135636"/>
                </a:lnTo>
                <a:lnTo>
                  <a:pt x="366402" y="114442"/>
                </a:lnTo>
                <a:lnTo>
                  <a:pt x="385762" y="67818"/>
                </a:lnTo>
                <a:lnTo>
                  <a:pt x="424838" y="21193"/>
                </a:lnTo>
                <a:lnTo>
                  <a:pt x="489203" y="0"/>
                </a:lnTo>
                <a:lnTo>
                  <a:pt x="549973" y="2190"/>
                </a:lnTo>
                <a:lnTo>
                  <a:pt x="581024" y="17525"/>
                </a:lnTo>
                <a:lnTo>
                  <a:pt x="592073" y="59150"/>
                </a:lnTo>
                <a:lnTo>
                  <a:pt x="592835" y="140208"/>
                </a:lnTo>
                <a:lnTo>
                  <a:pt x="597765" y="133540"/>
                </a:lnTo>
                <a:lnTo>
                  <a:pt x="611695" y="118872"/>
                </a:lnTo>
                <a:lnTo>
                  <a:pt x="633341" y="104203"/>
                </a:lnTo>
                <a:lnTo>
                  <a:pt x="661415" y="97536"/>
                </a:lnTo>
                <a:lnTo>
                  <a:pt x="685442" y="98583"/>
                </a:lnTo>
                <a:lnTo>
                  <a:pt x="699325" y="105918"/>
                </a:lnTo>
                <a:lnTo>
                  <a:pt x="708350" y="125825"/>
                </a:lnTo>
                <a:lnTo>
                  <a:pt x="717803" y="164592"/>
                </a:lnTo>
                <a:lnTo>
                  <a:pt x="839723" y="199644"/>
                </a:lnTo>
                <a:close/>
              </a:path>
            </a:pathLst>
          </a:custGeom>
          <a:solidFill>
            <a:srgbClr val="E2E9C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45720" y="2694432"/>
            <a:ext cx="944880" cy="4095750"/>
            <a:chOff x="45720" y="2694432"/>
            <a:chExt cx="944880" cy="4095750"/>
          </a:xfrm>
        </p:grpSpPr>
        <p:sp>
          <p:nvSpPr>
            <p:cNvPr id="8" name="object 8"/>
            <p:cNvSpPr/>
            <p:nvPr/>
          </p:nvSpPr>
          <p:spPr>
            <a:xfrm>
              <a:off x="512373" y="3067811"/>
              <a:ext cx="254635" cy="3718560"/>
            </a:xfrm>
            <a:custGeom>
              <a:avLst/>
              <a:gdLst/>
              <a:ahLst/>
              <a:cxnLst/>
              <a:rect l="l" t="t" r="r" b="b"/>
              <a:pathLst>
                <a:path w="254634" h="3718559">
                  <a:moveTo>
                    <a:pt x="65222" y="0"/>
                  </a:moveTo>
                  <a:lnTo>
                    <a:pt x="0" y="1470064"/>
                  </a:lnTo>
                  <a:lnTo>
                    <a:pt x="6357" y="2382202"/>
                  </a:lnTo>
                  <a:lnTo>
                    <a:pt x="109585" y="3116318"/>
                  </a:lnTo>
                  <a:lnTo>
                    <a:pt x="254603" y="3718560"/>
                  </a:lnTo>
                </a:path>
              </a:pathLst>
            </a:custGeom>
            <a:ln w="7620">
              <a:solidFill>
                <a:srgbClr val="756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0020" y="2694431"/>
              <a:ext cx="830580" cy="757555"/>
            </a:xfrm>
            <a:custGeom>
              <a:avLst/>
              <a:gdLst/>
              <a:ahLst/>
              <a:cxnLst/>
              <a:rect l="l" t="t" r="r" b="b"/>
              <a:pathLst>
                <a:path w="830580" h="757554">
                  <a:moveTo>
                    <a:pt x="830580" y="291084"/>
                  </a:moveTo>
                  <a:lnTo>
                    <a:pt x="817473" y="267754"/>
                  </a:lnTo>
                  <a:lnTo>
                    <a:pt x="793242" y="250698"/>
                  </a:lnTo>
                  <a:lnTo>
                    <a:pt x="759853" y="240512"/>
                  </a:lnTo>
                  <a:lnTo>
                    <a:pt x="719328" y="237744"/>
                  </a:lnTo>
                  <a:lnTo>
                    <a:pt x="692480" y="239204"/>
                  </a:lnTo>
                  <a:lnTo>
                    <a:pt x="664654" y="243649"/>
                  </a:lnTo>
                  <a:lnTo>
                    <a:pt x="635952" y="251256"/>
                  </a:lnTo>
                  <a:lnTo>
                    <a:pt x="606552" y="262128"/>
                  </a:lnTo>
                  <a:lnTo>
                    <a:pt x="573709" y="276148"/>
                  </a:lnTo>
                  <a:lnTo>
                    <a:pt x="595884" y="248412"/>
                  </a:lnTo>
                  <a:lnTo>
                    <a:pt x="626313" y="194119"/>
                  </a:lnTo>
                  <a:lnTo>
                    <a:pt x="645845" y="143179"/>
                  </a:lnTo>
                  <a:lnTo>
                    <a:pt x="653808" y="98971"/>
                  </a:lnTo>
                  <a:lnTo>
                    <a:pt x="649566" y="64858"/>
                  </a:lnTo>
                  <a:lnTo>
                    <a:pt x="632460" y="44196"/>
                  </a:lnTo>
                  <a:lnTo>
                    <a:pt x="626364" y="41148"/>
                  </a:lnTo>
                  <a:lnTo>
                    <a:pt x="620268" y="39624"/>
                  </a:lnTo>
                  <a:lnTo>
                    <a:pt x="612648" y="39624"/>
                  </a:lnTo>
                  <a:lnTo>
                    <a:pt x="537400" y="76009"/>
                  </a:lnTo>
                  <a:lnTo>
                    <a:pt x="494982" y="117424"/>
                  </a:lnTo>
                  <a:lnTo>
                    <a:pt x="454152" y="170688"/>
                  </a:lnTo>
                  <a:lnTo>
                    <a:pt x="440855" y="193306"/>
                  </a:lnTo>
                  <a:lnTo>
                    <a:pt x="435864" y="167640"/>
                  </a:lnTo>
                  <a:lnTo>
                    <a:pt x="421932" y="126847"/>
                  </a:lnTo>
                  <a:lnTo>
                    <a:pt x="421932" y="376326"/>
                  </a:lnTo>
                  <a:lnTo>
                    <a:pt x="416039" y="382524"/>
                  </a:lnTo>
                  <a:lnTo>
                    <a:pt x="415505" y="385914"/>
                  </a:lnTo>
                  <a:lnTo>
                    <a:pt x="408533" y="390283"/>
                  </a:lnTo>
                  <a:lnTo>
                    <a:pt x="408432" y="390144"/>
                  </a:lnTo>
                  <a:lnTo>
                    <a:pt x="405650" y="387375"/>
                  </a:lnTo>
                  <a:lnTo>
                    <a:pt x="406590" y="381457"/>
                  </a:lnTo>
                  <a:lnTo>
                    <a:pt x="408432" y="379476"/>
                  </a:lnTo>
                  <a:lnTo>
                    <a:pt x="410425" y="367512"/>
                  </a:lnTo>
                  <a:lnTo>
                    <a:pt x="411137" y="367042"/>
                  </a:lnTo>
                  <a:lnTo>
                    <a:pt x="416052" y="373380"/>
                  </a:lnTo>
                  <a:lnTo>
                    <a:pt x="421932" y="376326"/>
                  </a:lnTo>
                  <a:lnTo>
                    <a:pt x="421932" y="126847"/>
                  </a:lnTo>
                  <a:lnTo>
                    <a:pt x="417322" y="113347"/>
                  </a:lnTo>
                  <a:lnTo>
                    <a:pt x="394042" y="67157"/>
                  </a:lnTo>
                  <a:lnTo>
                    <a:pt x="367830" y="31369"/>
                  </a:lnTo>
                  <a:lnTo>
                    <a:pt x="340512" y="8229"/>
                  </a:lnTo>
                  <a:lnTo>
                    <a:pt x="313944" y="0"/>
                  </a:lnTo>
                  <a:lnTo>
                    <a:pt x="310896" y="1524"/>
                  </a:lnTo>
                  <a:lnTo>
                    <a:pt x="306324" y="1524"/>
                  </a:lnTo>
                  <a:lnTo>
                    <a:pt x="283540" y="16319"/>
                  </a:lnTo>
                  <a:lnTo>
                    <a:pt x="268592" y="47421"/>
                  </a:lnTo>
                  <a:lnTo>
                    <a:pt x="261988" y="91401"/>
                  </a:lnTo>
                  <a:lnTo>
                    <a:pt x="264236" y="144805"/>
                  </a:lnTo>
                  <a:lnTo>
                    <a:pt x="275844" y="204216"/>
                  </a:lnTo>
                  <a:lnTo>
                    <a:pt x="281863" y="222300"/>
                  </a:lnTo>
                  <a:lnTo>
                    <a:pt x="272796" y="216408"/>
                  </a:lnTo>
                  <a:lnTo>
                    <a:pt x="224218" y="193078"/>
                  </a:lnTo>
                  <a:lnTo>
                    <a:pt x="177927" y="176022"/>
                  </a:lnTo>
                  <a:lnTo>
                    <a:pt x="135636" y="165836"/>
                  </a:lnTo>
                  <a:lnTo>
                    <a:pt x="99060" y="163068"/>
                  </a:lnTo>
                  <a:lnTo>
                    <a:pt x="82194" y="164211"/>
                  </a:lnTo>
                  <a:lnTo>
                    <a:pt x="68199" y="167640"/>
                  </a:lnTo>
                  <a:lnTo>
                    <a:pt x="57048" y="173355"/>
                  </a:lnTo>
                  <a:lnTo>
                    <a:pt x="48768" y="181356"/>
                  </a:lnTo>
                  <a:lnTo>
                    <a:pt x="44894" y="207403"/>
                  </a:lnTo>
                  <a:lnTo>
                    <a:pt x="59169" y="239737"/>
                  </a:lnTo>
                  <a:lnTo>
                    <a:pt x="89255" y="275513"/>
                  </a:lnTo>
                  <a:lnTo>
                    <a:pt x="132791" y="311861"/>
                  </a:lnTo>
                  <a:lnTo>
                    <a:pt x="187452" y="345948"/>
                  </a:lnTo>
                  <a:lnTo>
                    <a:pt x="195135" y="349732"/>
                  </a:lnTo>
                  <a:lnTo>
                    <a:pt x="182880" y="352044"/>
                  </a:lnTo>
                  <a:lnTo>
                    <a:pt x="119380" y="370408"/>
                  </a:lnTo>
                  <a:lnTo>
                    <a:pt x="66268" y="393230"/>
                  </a:lnTo>
                  <a:lnTo>
                    <a:pt x="26619" y="418769"/>
                  </a:lnTo>
                  <a:lnTo>
                    <a:pt x="0" y="470916"/>
                  </a:lnTo>
                  <a:lnTo>
                    <a:pt x="12776" y="489140"/>
                  </a:lnTo>
                  <a:lnTo>
                    <a:pt x="38290" y="502348"/>
                  </a:lnTo>
                  <a:lnTo>
                    <a:pt x="74358" y="510146"/>
                  </a:lnTo>
                  <a:lnTo>
                    <a:pt x="118872" y="512064"/>
                  </a:lnTo>
                  <a:lnTo>
                    <a:pt x="143446" y="511213"/>
                  </a:lnTo>
                  <a:lnTo>
                    <a:pt x="169164" y="508635"/>
                  </a:lnTo>
                  <a:lnTo>
                    <a:pt x="196024" y="504355"/>
                  </a:lnTo>
                  <a:lnTo>
                    <a:pt x="224028" y="498348"/>
                  </a:lnTo>
                  <a:lnTo>
                    <a:pt x="248259" y="491553"/>
                  </a:lnTo>
                  <a:lnTo>
                    <a:pt x="230124" y="515112"/>
                  </a:lnTo>
                  <a:lnTo>
                    <a:pt x="198932" y="568693"/>
                  </a:lnTo>
                  <a:lnTo>
                    <a:pt x="178866" y="619264"/>
                  </a:lnTo>
                  <a:lnTo>
                    <a:pt x="170421" y="663473"/>
                  </a:lnTo>
                  <a:lnTo>
                    <a:pt x="174129" y="697953"/>
                  </a:lnTo>
                  <a:lnTo>
                    <a:pt x="190500" y="719328"/>
                  </a:lnTo>
                  <a:lnTo>
                    <a:pt x="196596" y="722376"/>
                  </a:lnTo>
                  <a:lnTo>
                    <a:pt x="210312" y="722376"/>
                  </a:lnTo>
                  <a:lnTo>
                    <a:pt x="286893" y="686752"/>
                  </a:lnTo>
                  <a:lnTo>
                    <a:pt x="329463" y="645871"/>
                  </a:lnTo>
                  <a:lnTo>
                    <a:pt x="370332" y="592836"/>
                  </a:lnTo>
                  <a:lnTo>
                    <a:pt x="381393" y="573824"/>
                  </a:lnTo>
                  <a:lnTo>
                    <a:pt x="384048" y="588264"/>
                  </a:lnTo>
                  <a:lnTo>
                    <a:pt x="403009" y="642150"/>
                  </a:lnTo>
                  <a:lnTo>
                    <a:pt x="426085" y="688632"/>
                  </a:lnTo>
                  <a:lnTo>
                    <a:pt x="451853" y="725106"/>
                  </a:lnTo>
                  <a:lnTo>
                    <a:pt x="505968" y="757428"/>
                  </a:lnTo>
                  <a:lnTo>
                    <a:pt x="509016" y="757428"/>
                  </a:lnTo>
                  <a:lnTo>
                    <a:pt x="512064" y="755904"/>
                  </a:lnTo>
                  <a:lnTo>
                    <a:pt x="515112" y="755904"/>
                  </a:lnTo>
                  <a:lnTo>
                    <a:pt x="538467" y="740371"/>
                  </a:lnTo>
                  <a:lnTo>
                    <a:pt x="553491" y="708825"/>
                  </a:lnTo>
                  <a:lnTo>
                    <a:pt x="559879" y="664616"/>
                  </a:lnTo>
                  <a:lnTo>
                    <a:pt x="557339" y="611124"/>
                  </a:lnTo>
                  <a:lnTo>
                    <a:pt x="545592" y="551688"/>
                  </a:lnTo>
                  <a:lnTo>
                    <a:pt x="541197" y="538988"/>
                  </a:lnTo>
                  <a:lnTo>
                    <a:pt x="551675" y="545592"/>
                  </a:lnTo>
                  <a:lnTo>
                    <a:pt x="600240" y="569595"/>
                  </a:lnTo>
                  <a:lnTo>
                    <a:pt x="646353" y="586740"/>
                  </a:lnTo>
                  <a:lnTo>
                    <a:pt x="688200" y="597027"/>
                  </a:lnTo>
                  <a:lnTo>
                    <a:pt x="723900" y="600456"/>
                  </a:lnTo>
                  <a:lnTo>
                    <a:pt x="740968" y="598436"/>
                  </a:lnTo>
                  <a:lnTo>
                    <a:pt x="755332" y="594550"/>
                  </a:lnTo>
                  <a:lnTo>
                    <a:pt x="766546" y="588670"/>
                  </a:lnTo>
                  <a:lnTo>
                    <a:pt x="774179" y="580644"/>
                  </a:lnTo>
                  <a:lnTo>
                    <a:pt x="778802" y="554913"/>
                  </a:lnTo>
                  <a:lnTo>
                    <a:pt x="765060" y="523252"/>
                  </a:lnTo>
                  <a:lnTo>
                    <a:pt x="735457" y="488149"/>
                  </a:lnTo>
                  <a:lnTo>
                    <a:pt x="692454" y="452094"/>
                  </a:lnTo>
                  <a:lnTo>
                    <a:pt x="638543" y="417576"/>
                  </a:lnTo>
                  <a:lnTo>
                    <a:pt x="628396" y="412711"/>
                  </a:lnTo>
                  <a:lnTo>
                    <a:pt x="647700" y="408432"/>
                  </a:lnTo>
                  <a:lnTo>
                    <a:pt x="710311" y="390093"/>
                  </a:lnTo>
                  <a:lnTo>
                    <a:pt x="762762" y="367347"/>
                  </a:lnTo>
                  <a:lnTo>
                    <a:pt x="802195" y="342049"/>
                  </a:lnTo>
                  <a:lnTo>
                    <a:pt x="825741" y="316026"/>
                  </a:lnTo>
                  <a:lnTo>
                    <a:pt x="830580" y="291084"/>
                  </a:lnTo>
                  <a:close/>
                </a:path>
              </a:pathLst>
            </a:custGeom>
            <a:solidFill>
              <a:srgbClr val="7285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1660" y="2923032"/>
              <a:ext cx="313690" cy="288290"/>
            </a:xfrm>
            <a:custGeom>
              <a:avLst/>
              <a:gdLst/>
              <a:ahLst/>
              <a:cxnLst/>
              <a:rect l="l" t="t" r="r" b="b"/>
              <a:pathLst>
                <a:path w="313690" h="288289">
                  <a:moveTo>
                    <a:pt x="157459" y="288036"/>
                  </a:moveTo>
                  <a:lnTo>
                    <a:pt x="115740" y="283273"/>
                  </a:lnTo>
                  <a:lnTo>
                    <a:pt x="75163" y="268224"/>
                  </a:lnTo>
                  <a:lnTo>
                    <a:pt x="36697" y="238243"/>
                  </a:lnTo>
                  <a:lnTo>
                    <a:pt x="11399" y="199924"/>
                  </a:lnTo>
                  <a:lnTo>
                    <a:pt x="0" y="156630"/>
                  </a:lnTo>
                  <a:lnTo>
                    <a:pt x="3230" y="111727"/>
                  </a:lnTo>
                  <a:lnTo>
                    <a:pt x="21823" y="68580"/>
                  </a:lnTo>
                  <a:lnTo>
                    <a:pt x="78402" y="18287"/>
                  </a:lnTo>
                  <a:lnTo>
                    <a:pt x="115049" y="4714"/>
                  </a:lnTo>
                  <a:lnTo>
                    <a:pt x="154411" y="0"/>
                  </a:lnTo>
                  <a:lnTo>
                    <a:pt x="175438" y="523"/>
                  </a:lnTo>
                  <a:lnTo>
                    <a:pt x="218062" y="10715"/>
                  </a:lnTo>
                  <a:lnTo>
                    <a:pt x="276685" y="49779"/>
                  </a:lnTo>
                  <a:lnTo>
                    <a:pt x="301898" y="88014"/>
                  </a:lnTo>
                  <a:lnTo>
                    <a:pt x="313066" y="131076"/>
                  </a:lnTo>
                  <a:lnTo>
                    <a:pt x="309384" y="175528"/>
                  </a:lnTo>
                  <a:lnTo>
                    <a:pt x="290047" y="217932"/>
                  </a:lnTo>
                  <a:lnTo>
                    <a:pt x="264615" y="247316"/>
                  </a:lnTo>
                  <a:lnTo>
                    <a:pt x="232897" y="268986"/>
                  </a:lnTo>
                  <a:lnTo>
                    <a:pt x="196607" y="282654"/>
                  </a:lnTo>
                  <a:lnTo>
                    <a:pt x="157459" y="288036"/>
                  </a:lnTo>
                  <a:close/>
                </a:path>
              </a:pathLst>
            </a:custGeom>
            <a:solidFill>
              <a:srgbClr val="69AC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133" y="2991612"/>
              <a:ext cx="163782" cy="1508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20" y="3759707"/>
              <a:ext cx="833119" cy="3027045"/>
            </a:xfrm>
            <a:custGeom>
              <a:avLst/>
              <a:gdLst/>
              <a:ahLst/>
              <a:cxnLst/>
              <a:rect l="l" t="t" r="r" b="b"/>
              <a:pathLst>
                <a:path w="833119" h="3027045">
                  <a:moveTo>
                    <a:pt x="519684" y="292608"/>
                  </a:moveTo>
                  <a:lnTo>
                    <a:pt x="484822" y="189357"/>
                  </a:lnTo>
                  <a:lnTo>
                    <a:pt x="413588" y="95872"/>
                  </a:lnTo>
                  <a:lnTo>
                    <a:pt x="281940" y="6096"/>
                  </a:lnTo>
                  <a:lnTo>
                    <a:pt x="266700" y="0"/>
                  </a:lnTo>
                  <a:lnTo>
                    <a:pt x="259080" y="0"/>
                  </a:lnTo>
                  <a:lnTo>
                    <a:pt x="237591" y="5626"/>
                  </a:lnTo>
                  <a:lnTo>
                    <a:pt x="220980" y="18669"/>
                  </a:lnTo>
                  <a:lnTo>
                    <a:pt x="212356" y="36868"/>
                  </a:lnTo>
                  <a:lnTo>
                    <a:pt x="214884" y="57912"/>
                  </a:lnTo>
                  <a:lnTo>
                    <a:pt x="277075" y="176453"/>
                  </a:lnTo>
                  <a:lnTo>
                    <a:pt x="329565" y="240411"/>
                  </a:lnTo>
                  <a:lnTo>
                    <a:pt x="400900" y="271805"/>
                  </a:lnTo>
                  <a:lnTo>
                    <a:pt x="519684" y="292608"/>
                  </a:lnTo>
                  <a:close/>
                </a:path>
                <a:path w="833119" h="3027045">
                  <a:moveTo>
                    <a:pt x="541020" y="1120140"/>
                  </a:moveTo>
                  <a:lnTo>
                    <a:pt x="486156" y="1023556"/>
                  </a:lnTo>
                  <a:lnTo>
                    <a:pt x="397002" y="942047"/>
                  </a:lnTo>
                  <a:lnTo>
                    <a:pt x="248412" y="873252"/>
                  </a:lnTo>
                  <a:lnTo>
                    <a:pt x="242316" y="871728"/>
                  </a:lnTo>
                  <a:lnTo>
                    <a:pt x="233172" y="871728"/>
                  </a:lnTo>
                  <a:lnTo>
                    <a:pt x="209207" y="877658"/>
                  </a:lnTo>
                  <a:lnTo>
                    <a:pt x="192405" y="892873"/>
                  </a:lnTo>
                  <a:lnTo>
                    <a:pt x="186448" y="913523"/>
                  </a:lnTo>
                  <a:lnTo>
                    <a:pt x="195072" y="935736"/>
                  </a:lnTo>
                  <a:lnTo>
                    <a:pt x="278485" y="1042352"/>
                  </a:lnTo>
                  <a:lnTo>
                    <a:pt x="342328" y="1097089"/>
                  </a:lnTo>
                  <a:lnTo>
                    <a:pt x="419023" y="1117269"/>
                  </a:lnTo>
                  <a:lnTo>
                    <a:pt x="541020" y="1120140"/>
                  </a:lnTo>
                  <a:close/>
                </a:path>
                <a:path w="833119" h="3027045">
                  <a:moveTo>
                    <a:pt x="699960" y="3008160"/>
                  </a:moveTo>
                  <a:lnTo>
                    <a:pt x="699820" y="2946565"/>
                  </a:lnTo>
                  <a:lnTo>
                    <a:pt x="697064" y="2886646"/>
                  </a:lnTo>
                  <a:lnTo>
                    <a:pt x="691794" y="2828379"/>
                  </a:lnTo>
                  <a:lnTo>
                    <a:pt x="684149" y="2771775"/>
                  </a:lnTo>
                  <a:lnTo>
                    <a:pt x="674217" y="2716809"/>
                  </a:lnTo>
                  <a:lnTo>
                    <a:pt x="662139" y="2663482"/>
                  </a:lnTo>
                  <a:lnTo>
                    <a:pt x="648004" y="2611793"/>
                  </a:lnTo>
                  <a:lnTo>
                    <a:pt x="631964" y="2561717"/>
                  </a:lnTo>
                  <a:lnTo>
                    <a:pt x="614108" y="2513253"/>
                  </a:lnTo>
                  <a:lnTo>
                    <a:pt x="594563" y="2466390"/>
                  </a:lnTo>
                  <a:lnTo>
                    <a:pt x="573443" y="2421128"/>
                  </a:lnTo>
                  <a:lnTo>
                    <a:pt x="550875" y="2377452"/>
                  </a:lnTo>
                  <a:lnTo>
                    <a:pt x="526948" y="2335352"/>
                  </a:lnTo>
                  <a:lnTo>
                    <a:pt x="501815" y="2294826"/>
                  </a:lnTo>
                  <a:lnTo>
                    <a:pt x="475564" y="2255863"/>
                  </a:lnTo>
                  <a:lnTo>
                    <a:pt x="448322" y="2218448"/>
                  </a:lnTo>
                  <a:lnTo>
                    <a:pt x="420204" y="2182584"/>
                  </a:lnTo>
                  <a:lnTo>
                    <a:pt x="391325" y="2148243"/>
                  </a:lnTo>
                  <a:lnTo>
                    <a:pt x="361810" y="2115439"/>
                  </a:lnTo>
                  <a:lnTo>
                    <a:pt x="331774" y="2084158"/>
                  </a:lnTo>
                  <a:lnTo>
                    <a:pt x="301320" y="2054390"/>
                  </a:lnTo>
                  <a:lnTo>
                    <a:pt x="270586" y="2026119"/>
                  </a:lnTo>
                  <a:lnTo>
                    <a:pt x="239661" y="1999348"/>
                  </a:lnTo>
                  <a:lnTo>
                    <a:pt x="208686" y="1974062"/>
                  </a:lnTo>
                  <a:lnTo>
                    <a:pt x="177774" y="1950250"/>
                  </a:lnTo>
                  <a:lnTo>
                    <a:pt x="116573" y="1907032"/>
                  </a:lnTo>
                  <a:lnTo>
                    <a:pt x="56997" y="1869617"/>
                  </a:lnTo>
                  <a:lnTo>
                    <a:pt x="0" y="1837944"/>
                  </a:lnTo>
                  <a:lnTo>
                    <a:pt x="20675" y="1862861"/>
                  </a:lnTo>
                  <a:lnTo>
                    <a:pt x="41478" y="1891753"/>
                  </a:lnTo>
                  <a:lnTo>
                    <a:pt x="62217" y="1924392"/>
                  </a:lnTo>
                  <a:lnTo>
                    <a:pt x="82715" y="1960587"/>
                  </a:lnTo>
                  <a:lnTo>
                    <a:pt x="102806" y="2000123"/>
                  </a:lnTo>
                  <a:lnTo>
                    <a:pt x="122313" y="2042782"/>
                  </a:lnTo>
                  <a:lnTo>
                    <a:pt x="141058" y="2088362"/>
                  </a:lnTo>
                  <a:lnTo>
                    <a:pt x="158877" y="2136648"/>
                  </a:lnTo>
                  <a:lnTo>
                    <a:pt x="175577" y="2187448"/>
                  </a:lnTo>
                  <a:lnTo>
                    <a:pt x="190995" y="2240534"/>
                  </a:lnTo>
                  <a:lnTo>
                    <a:pt x="204965" y="2295690"/>
                  </a:lnTo>
                  <a:lnTo>
                    <a:pt x="217309" y="2352725"/>
                  </a:lnTo>
                  <a:lnTo>
                    <a:pt x="227838" y="2411425"/>
                  </a:lnTo>
                  <a:lnTo>
                    <a:pt x="236397" y="2471572"/>
                  </a:lnTo>
                  <a:lnTo>
                    <a:pt x="242798" y="2532964"/>
                  </a:lnTo>
                  <a:lnTo>
                    <a:pt x="246888" y="2595372"/>
                  </a:lnTo>
                  <a:lnTo>
                    <a:pt x="258025" y="2794216"/>
                  </a:lnTo>
                  <a:lnTo>
                    <a:pt x="284607" y="2923032"/>
                  </a:lnTo>
                  <a:lnTo>
                    <a:pt x="340944" y="3026664"/>
                  </a:lnTo>
                  <a:lnTo>
                    <a:pt x="699198" y="3026664"/>
                  </a:lnTo>
                  <a:lnTo>
                    <a:pt x="699960" y="3008160"/>
                  </a:lnTo>
                  <a:close/>
                </a:path>
                <a:path w="833119" h="3027045">
                  <a:moveTo>
                    <a:pt x="832878" y="440994"/>
                  </a:moveTo>
                  <a:lnTo>
                    <a:pt x="823912" y="423481"/>
                  </a:lnTo>
                  <a:lnTo>
                    <a:pt x="807212" y="411416"/>
                  </a:lnTo>
                  <a:lnTo>
                    <a:pt x="786371" y="406908"/>
                  </a:lnTo>
                  <a:lnTo>
                    <a:pt x="780427" y="408101"/>
                  </a:lnTo>
                  <a:lnTo>
                    <a:pt x="636828" y="486943"/>
                  </a:lnTo>
                  <a:lnTo>
                    <a:pt x="572249" y="542353"/>
                  </a:lnTo>
                  <a:lnTo>
                    <a:pt x="547674" y="608914"/>
                  </a:lnTo>
                  <a:lnTo>
                    <a:pt x="542531" y="714756"/>
                  </a:lnTo>
                  <a:lnTo>
                    <a:pt x="575322" y="704811"/>
                  </a:lnTo>
                  <a:lnTo>
                    <a:pt x="653973" y="667131"/>
                  </a:lnTo>
                  <a:lnTo>
                    <a:pt x="748919" y="590029"/>
                  </a:lnTo>
                  <a:lnTo>
                    <a:pt x="830567" y="461772"/>
                  </a:lnTo>
                  <a:lnTo>
                    <a:pt x="832878" y="440994"/>
                  </a:lnTo>
                  <a:close/>
                </a:path>
              </a:pathLst>
            </a:custGeom>
            <a:solidFill>
              <a:srgbClr val="DD7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7244" y="5597651"/>
              <a:ext cx="574040" cy="1188720"/>
            </a:xfrm>
            <a:custGeom>
              <a:avLst/>
              <a:gdLst/>
              <a:ahLst/>
              <a:cxnLst/>
              <a:rect l="l" t="t" r="r" b="b"/>
              <a:pathLst>
                <a:path w="574040" h="1188720">
                  <a:moveTo>
                    <a:pt x="0" y="0"/>
                  </a:moveTo>
                  <a:lnTo>
                    <a:pt x="1808" y="1576"/>
                  </a:lnTo>
                  <a:lnTo>
                    <a:pt x="7070" y="6001"/>
                  </a:lnTo>
                  <a:lnTo>
                    <a:pt x="15546" y="13248"/>
                  </a:lnTo>
                  <a:lnTo>
                    <a:pt x="57824" y="51659"/>
                  </a:lnTo>
                  <a:lnTo>
                    <a:pt x="97631" y="90892"/>
                  </a:lnTo>
                  <a:lnTo>
                    <a:pt x="144474" y="140778"/>
                  </a:lnTo>
                  <a:lnTo>
                    <a:pt x="169929" y="169650"/>
                  </a:lnTo>
                  <a:lnTo>
                    <a:pt x="196417" y="201105"/>
                  </a:lnTo>
                  <a:lnTo>
                    <a:pt x="223695" y="235118"/>
                  </a:lnTo>
                  <a:lnTo>
                    <a:pt x="251521" y="271661"/>
                  </a:lnTo>
                  <a:lnTo>
                    <a:pt x="279652" y="310709"/>
                  </a:lnTo>
                  <a:lnTo>
                    <a:pt x="307848" y="352234"/>
                  </a:lnTo>
                  <a:lnTo>
                    <a:pt x="335864" y="396211"/>
                  </a:lnTo>
                  <a:lnTo>
                    <a:pt x="363460" y="442612"/>
                  </a:lnTo>
                  <a:lnTo>
                    <a:pt x="390393" y="491411"/>
                  </a:lnTo>
                  <a:lnTo>
                    <a:pt x="416421" y="542582"/>
                  </a:lnTo>
                  <a:lnTo>
                    <a:pt x="441301" y="596098"/>
                  </a:lnTo>
                  <a:lnTo>
                    <a:pt x="464791" y="651933"/>
                  </a:lnTo>
                  <a:lnTo>
                    <a:pt x="486650" y="710060"/>
                  </a:lnTo>
                  <a:lnTo>
                    <a:pt x="506634" y="770453"/>
                  </a:lnTo>
                  <a:lnTo>
                    <a:pt x="524502" y="833085"/>
                  </a:lnTo>
                  <a:lnTo>
                    <a:pt x="540012" y="897929"/>
                  </a:lnTo>
                  <a:lnTo>
                    <a:pt x="552921" y="964960"/>
                  </a:lnTo>
                  <a:lnTo>
                    <a:pt x="562987" y="1034150"/>
                  </a:lnTo>
                  <a:lnTo>
                    <a:pt x="569967" y="1105473"/>
                  </a:lnTo>
                  <a:lnTo>
                    <a:pt x="573620" y="1178902"/>
                  </a:lnTo>
                  <a:lnTo>
                    <a:pt x="573631" y="1188720"/>
                  </a:lnTo>
                </a:path>
              </a:pathLst>
            </a:custGeom>
            <a:ln w="3175">
              <a:solidFill>
                <a:srgbClr val="A52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0604" y="5830824"/>
              <a:ext cx="405765" cy="848994"/>
            </a:xfrm>
            <a:custGeom>
              <a:avLst/>
              <a:gdLst/>
              <a:ahLst/>
              <a:cxnLst/>
              <a:rect l="l" t="t" r="r" b="b"/>
              <a:pathLst>
                <a:path w="405765" h="848995">
                  <a:moveTo>
                    <a:pt x="222504" y="347472"/>
                  </a:moveTo>
                  <a:lnTo>
                    <a:pt x="0" y="266700"/>
                  </a:lnTo>
                </a:path>
                <a:path w="405765" h="848995">
                  <a:moveTo>
                    <a:pt x="353568" y="848868"/>
                  </a:moveTo>
                  <a:lnTo>
                    <a:pt x="47244" y="646176"/>
                  </a:lnTo>
                </a:path>
                <a:path w="405765" h="848995">
                  <a:moveTo>
                    <a:pt x="310896" y="597407"/>
                  </a:moveTo>
                  <a:lnTo>
                    <a:pt x="405384" y="460248"/>
                  </a:lnTo>
                </a:path>
                <a:path w="405765" h="848995">
                  <a:moveTo>
                    <a:pt x="102107" y="129539"/>
                  </a:moveTo>
                  <a:lnTo>
                    <a:pt x="103632" y="0"/>
                  </a:lnTo>
                </a:path>
              </a:pathLst>
            </a:custGeom>
            <a:ln w="3175">
              <a:solidFill>
                <a:srgbClr val="A52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57300" y="3357372"/>
            <a:ext cx="2365375" cy="713740"/>
          </a:xfrm>
          <a:prstGeom prst="rect">
            <a:avLst/>
          </a:prstGeom>
          <a:solidFill>
            <a:srgbClr val="E2E9CF"/>
          </a:solidFill>
        </p:spPr>
        <p:txBody>
          <a:bodyPr wrap="square" lIns="0" tIns="62865" rIns="0" bIns="0" rtlCol="0" vert="horz">
            <a:spAutoFit/>
          </a:bodyPr>
          <a:lstStyle/>
          <a:p>
            <a:pPr marL="699135">
              <a:lnSpc>
                <a:spcPct val="100000"/>
              </a:lnSpc>
              <a:spcBef>
                <a:spcPts val="495"/>
              </a:spcBef>
            </a:pPr>
            <a:r>
              <a:rPr dirty="0" sz="3500" spc="80">
                <a:solidFill>
                  <a:srgbClr val="DD7E18"/>
                </a:solidFill>
                <a:latin typeface="Calibri"/>
                <a:cs typeface="Calibri"/>
              </a:rPr>
              <a:t>Ruby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63567" y="3357372"/>
            <a:ext cx="2365375" cy="713740"/>
          </a:xfrm>
          <a:prstGeom prst="rect">
            <a:avLst/>
          </a:prstGeom>
          <a:solidFill>
            <a:srgbClr val="E2E9CF"/>
          </a:solidFill>
        </p:spPr>
        <p:txBody>
          <a:bodyPr wrap="square" lIns="0" tIns="62865" rIns="0" bIns="0" rtlCol="0" vert="horz">
            <a:spAutoFit/>
          </a:bodyPr>
          <a:lstStyle/>
          <a:p>
            <a:pPr marL="729615">
              <a:lnSpc>
                <a:spcPct val="100000"/>
              </a:lnSpc>
              <a:spcBef>
                <a:spcPts val="495"/>
              </a:spcBef>
            </a:pPr>
            <a:r>
              <a:rPr dirty="0" sz="3500" spc="95">
                <a:solidFill>
                  <a:srgbClr val="DD7E18"/>
                </a:solidFill>
                <a:latin typeface="Calibri"/>
                <a:cs typeface="Calibri"/>
              </a:rPr>
              <a:t>Rails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9835" y="3357372"/>
            <a:ext cx="2365375" cy="713740"/>
          </a:xfrm>
          <a:prstGeom prst="rect">
            <a:avLst/>
          </a:prstGeom>
          <a:solidFill>
            <a:srgbClr val="E2E9CF"/>
          </a:solidFill>
        </p:spPr>
        <p:txBody>
          <a:bodyPr wrap="square" lIns="0" tIns="62865" rIns="0" bIns="0" rtlCol="0" vert="horz">
            <a:spAutoFit/>
          </a:bodyPr>
          <a:lstStyle/>
          <a:p>
            <a:pPr marL="718820">
              <a:lnSpc>
                <a:spcPct val="100000"/>
              </a:lnSpc>
              <a:spcBef>
                <a:spcPts val="495"/>
              </a:spcBef>
            </a:pPr>
            <a:r>
              <a:rPr dirty="0" sz="3500" spc="75">
                <a:solidFill>
                  <a:srgbClr val="DD7E18"/>
                </a:solidFill>
                <a:latin typeface="Calibri"/>
                <a:cs typeface="Calibri"/>
              </a:rPr>
              <a:t>Ionic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5539" y="4587240"/>
            <a:ext cx="2365375" cy="715010"/>
          </a:xfrm>
          <a:prstGeom prst="rect">
            <a:avLst/>
          </a:prstGeom>
          <a:solidFill>
            <a:srgbClr val="E2E9CF"/>
          </a:solidFill>
        </p:spPr>
        <p:txBody>
          <a:bodyPr wrap="square" lIns="0" tIns="62865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495"/>
              </a:spcBef>
            </a:pPr>
            <a:r>
              <a:rPr dirty="0" sz="3500" spc="100">
                <a:solidFill>
                  <a:srgbClr val="DD7E18"/>
                </a:solidFill>
                <a:latin typeface="Calibri"/>
                <a:cs typeface="Calibri"/>
              </a:rPr>
              <a:t>TypeScript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21808" y="4587240"/>
            <a:ext cx="2606040" cy="715010"/>
          </a:xfrm>
          <a:prstGeom prst="rect">
            <a:avLst/>
          </a:prstGeom>
          <a:solidFill>
            <a:srgbClr val="E2E9CF"/>
          </a:solidFill>
        </p:spPr>
        <p:txBody>
          <a:bodyPr wrap="square" lIns="0" tIns="6286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495"/>
              </a:spcBef>
            </a:pPr>
            <a:r>
              <a:rPr dirty="0" sz="3500" spc="80">
                <a:solidFill>
                  <a:srgbClr val="DD7E18"/>
                </a:solidFill>
                <a:latin typeface="Calibri"/>
                <a:cs typeface="Calibri"/>
              </a:rPr>
              <a:t>PostGreSQL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183" y="6367272"/>
            <a:ext cx="7356348" cy="4190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72956" y="6288023"/>
            <a:ext cx="1370330" cy="326390"/>
          </a:xfrm>
          <a:custGeom>
            <a:avLst/>
            <a:gdLst/>
            <a:ahLst/>
            <a:cxnLst/>
            <a:rect l="l" t="t" r="r" b="b"/>
            <a:pathLst>
              <a:path w="1370329" h="326390">
                <a:moveTo>
                  <a:pt x="1370076" y="326136"/>
                </a:moveTo>
                <a:lnTo>
                  <a:pt x="0" y="326136"/>
                </a:lnTo>
                <a:lnTo>
                  <a:pt x="327659" y="252983"/>
                </a:lnTo>
                <a:lnTo>
                  <a:pt x="334589" y="230838"/>
                </a:lnTo>
                <a:lnTo>
                  <a:pt x="356806" y="182118"/>
                </a:lnTo>
                <a:lnTo>
                  <a:pt x="396454" y="133397"/>
                </a:lnTo>
                <a:lnTo>
                  <a:pt x="455675" y="111252"/>
                </a:lnTo>
                <a:lnTo>
                  <a:pt x="509206" y="112990"/>
                </a:lnTo>
                <a:lnTo>
                  <a:pt x="541019" y="125158"/>
                </a:lnTo>
                <a:lnTo>
                  <a:pt x="563689" y="158186"/>
                </a:lnTo>
                <a:lnTo>
                  <a:pt x="589788" y="222504"/>
                </a:lnTo>
                <a:lnTo>
                  <a:pt x="598193" y="187737"/>
                </a:lnTo>
                <a:lnTo>
                  <a:pt x="629602" y="111251"/>
                </a:lnTo>
                <a:lnTo>
                  <a:pt x="693300" y="34766"/>
                </a:lnTo>
                <a:lnTo>
                  <a:pt x="798576" y="0"/>
                </a:lnTo>
                <a:lnTo>
                  <a:pt x="897231" y="3548"/>
                </a:lnTo>
                <a:lnTo>
                  <a:pt x="947737" y="28384"/>
                </a:lnTo>
                <a:lnTo>
                  <a:pt x="965954" y="95797"/>
                </a:lnTo>
                <a:lnTo>
                  <a:pt x="967739" y="227076"/>
                </a:lnTo>
                <a:lnTo>
                  <a:pt x="975693" y="216360"/>
                </a:lnTo>
                <a:lnTo>
                  <a:pt x="998219" y="192786"/>
                </a:lnTo>
                <a:lnTo>
                  <a:pt x="1033319" y="169211"/>
                </a:lnTo>
                <a:lnTo>
                  <a:pt x="1078992" y="158496"/>
                </a:lnTo>
                <a:lnTo>
                  <a:pt x="1118163" y="160234"/>
                </a:lnTo>
                <a:lnTo>
                  <a:pt x="1140904" y="172402"/>
                </a:lnTo>
                <a:lnTo>
                  <a:pt x="1155930" y="205430"/>
                </a:lnTo>
                <a:lnTo>
                  <a:pt x="1171956" y="269748"/>
                </a:lnTo>
                <a:lnTo>
                  <a:pt x="1370076" y="326136"/>
                </a:lnTo>
                <a:close/>
              </a:path>
            </a:pathLst>
          </a:custGeom>
          <a:solidFill>
            <a:srgbClr val="E2E9C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8783" y="3452798"/>
            <a:ext cx="6327140" cy="14693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4700"/>
              <a:t>Mais um</a:t>
            </a:r>
            <a:r>
              <a:rPr dirty="0" sz="4700" spc="50"/>
              <a:t> </a:t>
            </a:r>
            <a:r>
              <a:rPr dirty="0" sz="4700"/>
              <a:t>Exemplo</a:t>
            </a:r>
            <a:r>
              <a:rPr dirty="0" sz="4700" spc="15"/>
              <a:t> </a:t>
            </a:r>
            <a:r>
              <a:rPr dirty="0" sz="4700" spc="-50"/>
              <a:t>– </a:t>
            </a:r>
            <a:r>
              <a:rPr dirty="0" sz="4700"/>
              <a:t>Tecnologias</a:t>
            </a:r>
            <a:r>
              <a:rPr dirty="0" sz="4700" spc="15"/>
              <a:t> </a:t>
            </a:r>
            <a:r>
              <a:rPr dirty="0" sz="4700" spc="-10"/>
              <a:t>utilizadas</a:t>
            </a:r>
            <a:endParaRPr sz="4700"/>
          </a:p>
        </p:txBody>
      </p:sp>
      <p:sp>
        <p:nvSpPr>
          <p:cNvPr id="2" name="object 2"/>
          <p:cNvSpPr/>
          <p:nvPr/>
        </p:nvSpPr>
        <p:spPr>
          <a:xfrm>
            <a:off x="0" y="4565904"/>
            <a:ext cx="1528445" cy="683260"/>
          </a:xfrm>
          <a:custGeom>
            <a:avLst/>
            <a:gdLst/>
            <a:ahLst/>
            <a:cxnLst/>
            <a:rect l="l" t="t" r="r" b="b"/>
            <a:pathLst>
              <a:path w="1528445" h="683260">
                <a:moveTo>
                  <a:pt x="1181100" y="682752"/>
                </a:moveTo>
                <a:lnTo>
                  <a:pt x="0" y="682752"/>
                </a:lnTo>
                <a:lnTo>
                  <a:pt x="0" y="0"/>
                </a:lnTo>
                <a:lnTo>
                  <a:pt x="1181100" y="0"/>
                </a:lnTo>
                <a:lnTo>
                  <a:pt x="1189410" y="547"/>
                </a:lnTo>
                <a:lnTo>
                  <a:pt x="1196149" y="2095"/>
                </a:lnTo>
                <a:lnTo>
                  <a:pt x="1201459" y="4500"/>
                </a:lnTo>
                <a:lnTo>
                  <a:pt x="1205484" y="7620"/>
                </a:lnTo>
                <a:lnTo>
                  <a:pt x="1210056" y="7620"/>
                </a:lnTo>
                <a:lnTo>
                  <a:pt x="1210056" y="12192"/>
                </a:lnTo>
                <a:lnTo>
                  <a:pt x="1522476" y="320040"/>
                </a:lnTo>
                <a:lnTo>
                  <a:pt x="1526762" y="329826"/>
                </a:lnTo>
                <a:lnTo>
                  <a:pt x="1528191" y="340042"/>
                </a:lnTo>
                <a:lnTo>
                  <a:pt x="1526762" y="349400"/>
                </a:lnTo>
                <a:lnTo>
                  <a:pt x="1522476" y="356616"/>
                </a:lnTo>
                <a:lnTo>
                  <a:pt x="1210056" y="669036"/>
                </a:lnTo>
                <a:lnTo>
                  <a:pt x="1205484" y="669036"/>
                </a:lnTo>
                <a:lnTo>
                  <a:pt x="1205484" y="673608"/>
                </a:lnTo>
                <a:lnTo>
                  <a:pt x="1201459" y="676965"/>
                </a:lnTo>
                <a:lnTo>
                  <a:pt x="1196149" y="679894"/>
                </a:lnTo>
                <a:lnTo>
                  <a:pt x="1189410" y="681966"/>
                </a:lnTo>
                <a:lnTo>
                  <a:pt x="1181100" y="68275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/>
              <a:t>Tecnologias</a:t>
            </a:r>
            <a:r>
              <a:rPr dirty="0" spc="-35"/>
              <a:t> </a:t>
            </a:r>
            <a:r>
              <a:rPr dirty="0" spc="-10"/>
              <a:t>utilizadas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8889" y="2215437"/>
            <a:ext cx="7529830" cy="40189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375"/>
              </a:spcBef>
            </a:pP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Para</a:t>
            </a:r>
            <a:r>
              <a:rPr dirty="0" sz="2100" spc="-2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atender</a:t>
            </a:r>
            <a:r>
              <a:rPr dirty="0" sz="2100" spc="-1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aos</a:t>
            </a:r>
            <a:r>
              <a:rPr dirty="0" sz="2100" spc="-3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objetivos</a:t>
            </a:r>
            <a:r>
              <a:rPr dirty="0" sz="2100" spc="-3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estabelecidos,</a:t>
            </a:r>
            <a:r>
              <a:rPr dirty="0" sz="2100" spc="-3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serão</a:t>
            </a:r>
            <a:r>
              <a:rPr dirty="0" sz="2100" spc="-2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 spc="-10">
                <a:solidFill>
                  <a:srgbClr val="3F3F3F"/>
                </a:solidFill>
                <a:latin typeface="Century Gothic"/>
                <a:cs typeface="Century Gothic"/>
              </a:rPr>
              <a:t>utilizadas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as</a:t>
            </a:r>
            <a:r>
              <a:rPr dirty="0" sz="2100" spc="-2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>
                <a:solidFill>
                  <a:srgbClr val="3F3F3F"/>
                </a:solidFill>
                <a:latin typeface="Century Gothic"/>
                <a:cs typeface="Century Gothic"/>
              </a:rPr>
              <a:t>seguintes</a:t>
            </a:r>
            <a:r>
              <a:rPr dirty="0" sz="2100" spc="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2100" spc="-10">
                <a:solidFill>
                  <a:srgbClr val="3F3F3F"/>
                </a:solidFill>
                <a:latin typeface="Century Gothic"/>
                <a:cs typeface="Century Gothic"/>
              </a:rPr>
              <a:t>tecnologias:</a:t>
            </a:r>
            <a:endParaRPr sz="21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4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20">
                <a:solidFill>
                  <a:srgbClr val="3F3F3F"/>
                </a:solidFill>
                <a:latin typeface="Century Gothic"/>
                <a:cs typeface="Century Gothic"/>
              </a:rPr>
              <a:t>Java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70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>
                <a:solidFill>
                  <a:srgbClr val="3F3F3F"/>
                </a:solidFill>
                <a:latin typeface="Century Gothic"/>
                <a:cs typeface="Century Gothic"/>
              </a:rPr>
              <a:t>Spring</a:t>
            </a:r>
            <a:r>
              <a:rPr dirty="0" sz="1900" spc="55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1900" spc="-20">
                <a:solidFill>
                  <a:srgbClr val="3F3F3F"/>
                </a:solidFill>
                <a:latin typeface="Century Gothic"/>
                <a:cs typeface="Century Gothic"/>
              </a:rPr>
              <a:t>Boot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>
                <a:solidFill>
                  <a:srgbClr val="3F3F3F"/>
                </a:solidFill>
                <a:latin typeface="Century Gothic"/>
                <a:cs typeface="Century Gothic"/>
              </a:rPr>
              <a:t>Lombok</a:t>
            </a:r>
            <a:r>
              <a:rPr dirty="0" sz="1900" spc="60">
                <a:solidFill>
                  <a:srgbClr val="3F3F3F"/>
                </a:solidFill>
                <a:latin typeface="Century Gothic"/>
                <a:cs typeface="Century Gothic"/>
              </a:rPr>
              <a:t> </a:t>
            </a:r>
            <a:r>
              <a:rPr dirty="0" sz="1900" spc="-10">
                <a:solidFill>
                  <a:srgbClr val="3F3F3F"/>
                </a:solidFill>
                <a:latin typeface="Century Gothic"/>
                <a:cs typeface="Century Gothic"/>
              </a:rPr>
              <a:t>Framework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10">
                <a:solidFill>
                  <a:srgbClr val="3F3F3F"/>
                </a:solidFill>
                <a:latin typeface="Century Gothic"/>
                <a:cs typeface="Century Gothic"/>
              </a:rPr>
              <a:t>Angular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70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20">
                <a:solidFill>
                  <a:srgbClr val="3F3F3F"/>
                </a:solidFill>
                <a:latin typeface="Century Gothic"/>
                <a:cs typeface="Century Gothic"/>
              </a:rPr>
              <a:t>HTML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25">
                <a:solidFill>
                  <a:srgbClr val="3F3F3F"/>
                </a:solidFill>
                <a:latin typeface="Century Gothic"/>
                <a:cs typeface="Century Gothic"/>
              </a:rPr>
              <a:t>CSS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10">
                <a:solidFill>
                  <a:srgbClr val="3F3F3F"/>
                </a:solidFill>
                <a:latin typeface="Century Gothic"/>
                <a:cs typeface="Century Gothic"/>
              </a:rPr>
              <a:t>TypeScript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70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10">
                <a:solidFill>
                  <a:srgbClr val="3F3F3F"/>
                </a:solidFill>
                <a:latin typeface="Century Gothic"/>
                <a:cs typeface="Century Gothic"/>
              </a:rPr>
              <a:t>PostgreSQL</a:t>
            </a:r>
            <a:endParaRPr sz="1900">
              <a:latin typeface="Century Gothic"/>
              <a:cs typeface="Century Gothic"/>
            </a:endParaRPr>
          </a:p>
          <a:p>
            <a:pPr marL="662940" indent="-249554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Font typeface="Wide Latin"/>
              <a:buChar char="&gt;"/>
              <a:tabLst>
                <a:tab pos="662940" algn="l"/>
              </a:tabLst>
            </a:pPr>
            <a:r>
              <a:rPr dirty="0" sz="1900" spc="-10">
                <a:solidFill>
                  <a:srgbClr val="3F3F3F"/>
                </a:solidFill>
                <a:latin typeface="Century Gothic"/>
                <a:cs typeface="Century Gothic"/>
              </a:rPr>
              <a:t>Astah</a:t>
            </a:r>
            <a:endParaRPr sz="1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765" cy="6014085"/>
            <a:chOff x="0" y="772668"/>
            <a:chExt cx="10692765" cy="6014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2668"/>
              <a:ext cx="10692384" cy="6013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9264"/>
              <a:ext cx="2506979" cy="58171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72667"/>
              <a:ext cx="457834" cy="6014085"/>
            </a:xfrm>
            <a:custGeom>
              <a:avLst/>
              <a:gdLst/>
              <a:ahLst/>
              <a:cxnLst/>
              <a:rect l="l" t="t" r="r" b="b"/>
              <a:pathLst>
                <a:path w="457834" h="6014084">
                  <a:moveTo>
                    <a:pt x="457822" y="3849763"/>
                  </a:moveTo>
                  <a:lnTo>
                    <a:pt x="454596" y="3811841"/>
                  </a:lnTo>
                  <a:lnTo>
                    <a:pt x="449770" y="3762959"/>
                  </a:lnTo>
                  <a:lnTo>
                    <a:pt x="445211" y="3714356"/>
                  </a:lnTo>
                  <a:lnTo>
                    <a:pt x="441960" y="3666756"/>
                  </a:lnTo>
                  <a:lnTo>
                    <a:pt x="441960" y="3633228"/>
                  </a:lnTo>
                  <a:lnTo>
                    <a:pt x="430911" y="3583571"/>
                  </a:lnTo>
                  <a:lnTo>
                    <a:pt x="420090" y="3534041"/>
                  </a:lnTo>
                  <a:lnTo>
                    <a:pt x="409473" y="3484626"/>
                  </a:lnTo>
                  <a:lnTo>
                    <a:pt x="399072" y="3435299"/>
                  </a:lnTo>
                  <a:lnTo>
                    <a:pt x="388785" y="3385616"/>
                  </a:lnTo>
                  <a:lnTo>
                    <a:pt x="378866" y="3336823"/>
                  </a:lnTo>
                  <a:lnTo>
                    <a:pt x="369062" y="3287661"/>
                  </a:lnTo>
                  <a:lnTo>
                    <a:pt x="359473" y="3238512"/>
                  </a:lnTo>
                  <a:lnTo>
                    <a:pt x="350062" y="3189351"/>
                  </a:lnTo>
                  <a:lnTo>
                    <a:pt x="340855" y="3140189"/>
                  </a:lnTo>
                  <a:lnTo>
                    <a:pt x="331838" y="3090976"/>
                  </a:lnTo>
                  <a:lnTo>
                    <a:pt x="323011" y="3041726"/>
                  </a:lnTo>
                  <a:lnTo>
                    <a:pt x="314375" y="2992386"/>
                  </a:lnTo>
                  <a:lnTo>
                    <a:pt x="305917" y="2942971"/>
                  </a:lnTo>
                  <a:lnTo>
                    <a:pt x="297649" y="2893441"/>
                  </a:lnTo>
                  <a:lnTo>
                    <a:pt x="289560" y="2843796"/>
                  </a:lnTo>
                  <a:lnTo>
                    <a:pt x="281393" y="2794889"/>
                  </a:lnTo>
                  <a:lnTo>
                    <a:pt x="273367" y="2746032"/>
                  </a:lnTo>
                  <a:lnTo>
                    <a:pt x="265480" y="2697188"/>
                  </a:lnTo>
                  <a:lnTo>
                    <a:pt x="257721" y="2648381"/>
                  </a:lnTo>
                  <a:lnTo>
                    <a:pt x="250101" y="2599575"/>
                  </a:lnTo>
                  <a:lnTo>
                    <a:pt x="242608" y="2550757"/>
                  </a:lnTo>
                  <a:lnTo>
                    <a:pt x="235242" y="2501950"/>
                  </a:lnTo>
                  <a:lnTo>
                    <a:pt x="228003" y="2453106"/>
                  </a:lnTo>
                  <a:lnTo>
                    <a:pt x="220903" y="2404249"/>
                  </a:lnTo>
                  <a:lnTo>
                    <a:pt x="213931" y="2355354"/>
                  </a:lnTo>
                  <a:lnTo>
                    <a:pt x="207073" y="2306409"/>
                  </a:lnTo>
                  <a:lnTo>
                    <a:pt x="200342" y="2257399"/>
                  </a:lnTo>
                  <a:lnTo>
                    <a:pt x="193738" y="2208339"/>
                  </a:lnTo>
                  <a:lnTo>
                    <a:pt x="187261" y="2159203"/>
                  </a:lnTo>
                  <a:lnTo>
                    <a:pt x="180898" y="2109990"/>
                  </a:lnTo>
                  <a:lnTo>
                    <a:pt x="174650" y="2060676"/>
                  </a:lnTo>
                  <a:lnTo>
                    <a:pt x="168529" y="2011260"/>
                  </a:lnTo>
                  <a:lnTo>
                    <a:pt x="162534" y="1961743"/>
                  </a:lnTo>
                  <a:lnTo>
                    <a:pt x="161544" y="1953399"/>
                  </a:lnTo>
                  <a:lnTo>
                    <a:pt x="161544" y="0"/>
                  </a:lnTo>
                  <a:lnTo>
                    <a:pt x="28943" y="0"/>
                  </a:lnTo>
                  <a:lnTo>
                    <a:pt x="24371" y="0"/>
                  </a:lnTo>
                  <a:lnTo>
                    <a:pt x="0" y="0"/>
                  </a:lnTo>
                  <a:lnTo>
                    <a:pt x="0" y="6013704"/>
                  </a:lnTo>
                  <a:lnTo>
                    <a:pt x="161544" y="6013704"/>
                  </a:lnTo>
                  <a:lnTo>
                    <a:pt x="161544" y="2116810"/>
                  </a:lnTo>
                  <a:lnTo>
                    <a:pt x="162534" y="2125319"/>
                  </a:lnTo>
                  <a:lnTo>
                    <a:pt x="168706" y="2176957"/>
                  </a:lnTo>
                  <a:lnTo>
                    <a:pt x="175044" y="2228583"/>
                  </a:lnTo>
                  <a:lnTo>
                    <a:pt x="181546" y="2280208"/>
                  </a:lnTo>
                  <a:lnTo>
                    <a:pt x="188226" y="2331821"/>
                  </a:lnTo>
                  <a:lnTo>
                    <a:pt x="195084" y="2383447"/>
                  </a:lnTo>
                  <a:lnTo>
                    <a:pt x="202120" y="2435060"/>
                  </a:lnTo>
                  <a:lnTo>
                    <a:pt x="209346" y="2486685"/>
                  </a:lnTo>
                  <a:lnTo>
                    <a:pt x="216750" y="2538311"/>
                  </a:lnTo>
                  <a:lnTo>
                    <a:pt x="224332" y="2589949"/>
                  </a:lnTo>
                  <a:lnTo>
                    <a:pt x="232105" y="2641587"/>
                  </a:lnTo>
                  <a:lnTo>
                    <a:pt x="240080" y="2693251"/>
                  </a:lnTo>
                  <a:lnTo>
                    <a:pt x="248246" y="2744940"/>
                  </a:lnTo>
                  <a:lnTo>
                    <a:pt x="256603" y="2796641"/>
                  </a:lnTo>
                  <a:lnTo>
                    <a:pt x="265176" y="2848368"/>
                  </a:lnTo>
                  <a:lnTo>
                    <a:pt x="272808" y="2897479"/>
                  </a:lnTo>
                  <a:lnTo>
                    <a:pt x="280619" y="2946527"/>
                  </a:lnTo>
                  <a:lnTo>
                    <a:pt x="288607" y="2995511"/>
                  </a:lnTo>
                  <a:lnTo>
                    <a:pt x="296786" y="3044444"/>
                  </a:lnTo>
                  <a:lnTo>
                    <a:pt x="305130" y="3093326"/>
                  </a:lnTo>
                  <a:lnTo>
                    <a:pt x="313639" y="3142145"/>
                  </a:lnTo>
                  <a:lnTo>
                    <a:pt x="322326" y="3190925"/>
                  </a:lnTo>
                  <a:lnTo>
                    <a:pt x="331177" y="3239655"/>
                  </a:lnTo>
                  <a:lnTo>
                    <a:pt x="340194" y="3288347"/>
                  </a:lnTo>
                  <a:lnTo>
                    <a:pt x="349377" y="3337001"/>
                  </a:lnTo>
                  <a:lnTo>
                    <a:pt x="358787" y="3386036"/>
                  </a:lnTo>
                  <a:lnTo>
                    <a:pt x="368198" y="3434194"/>
                  </a:lnTo>
                  <a:lnTo>
                    <a:pt x="377850" y="3482759"/>
                  </a:lnTo>
                  <a:lnTo>
                    <a:pt x="387654" y="3531298"/>
                  </a:lnTo>
                  <a:lnTo>
                    <a:pt x="397611" y="3579812"/>
                  </a:lnTo>
                  <a:lnTo>
                    <a:pt x="407720" y="3628313"/>
                  </a:lnTo>
                  <a:lnTo>
                    <a:pt x="417969" y="3676789"/>
                  </a:lnTo>
                  <a:lnTo>
                    <a:pt x="428358" y="3725265"/>
                  </a:lnTo>
                  <a:lnTo>
                    <a:pt x="438899" y="3773728"/>
                  </a:lnTo>
                  <a:lnTo>
                    <a:pt x="449580" y="3822204"/>
                  </a:lnTo>
                  <a:lnTo>
                    <a:pt x="452932" y="3831361"/>
                  </a:lnTo>
                  <a:lnTo>
                    <a:pt x="455866" y="3840683"/>
                  </a:lnTo>
                  <a:lnTo>
                    <a:pt x="457822" y="3849763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343441" y="1025145"/>
            <a:ext cx="2555875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Cronograma</a:t>
            </a:r>
          </a:p>
        </p:txBody>
      </p:sp>
      <p:sp>
        <p:nvSpPr>
          <p:cNvPr id="12" name="object 1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14002" y="1903476"/>
            <a:ext cx="1677035" cy="4879975"/>
            <a:chOff x="414002" y="1903476"/>
            <a:chExt cx="1677035" cy="4879975"/>
          </a:xfrm>
        </p:grpSpPr>
        <p:sp>
          <p:nvSpPr>
            <p:cNvPr id="7" name="object 7"/>
            <p:cNvSpPr/>
            <p:nvPr/>
          </p:nvSpPr>
          <p:spPr>
            <a:xfrm>
              <a:off x="413994" y="1903475"/>
              <a:ext cx="848360" cy="4879975"/>
            </a:xfrm>
            <a:custGeom>
              <a:avLst/>
              <a:gdLst/>
              <a:ahLst/>
              <a:cxnLst/>
              <a:rect l="l" t="t" r="r" b="b"/>
              <a:pathLst>
                <a:path w="848360" h="4879975">
                  <a:moveTo>
                    <a:pt x="149885" y="0"/>
                  </a:moveTo>
                  <a:lnTo>
                    <a:pt x="145313" y="0"/>
                  </a:lnTo>
                  <a:lnTo>
                    <a:pt x="136309" y="52006"/>
                  </a:lnTo>
                  <a:lnTo>
                    <a:pt x="127596" y="104013"/>
                  </a:lnTo>
                  <a:lnTo>
                    <a:pt x="119164" y="156019"/>
                  </a:lnTo>
                  <a:lnTo>
                    <a:pt x="111023" y="208026"/>
                  </a:lnTo>
                  <a:lnTo>
                    <a:pt x="103162" y="260032"/>
                  </a:lnTo>
                  <a:lnTo>
                    <a:pt x="95592" y="312039"/>
                  </a:lnTo>
                  <a:lnTo>
                    <a:pt x="88303" y="364045"/>
                  </a:lnTo>
                  <a:lnTo>
                    <a:pt x="81305" y="416052"/>
                  </a:lnTo>
                  <a:lnTo>
                    <a:pt x="75222" y="467995"/>
                  </a:lnTo>
                  <a:lnTo>
                    <a:pt x="69507" y="519836"/>
                  </a:lnTo>
                  <a:lnTo>
                    <a:pt x="64122" y="571601"/>
                  </a:lnTo>
                  <a:lnTo>
                    <a:pt x="59004" y="623316"/>
                  </a:lnTo>
                  <a:lnTo>
                    <a:pt x="54102" y="675043"/>
                  </a:lnTo>
                  <a:lnTo>
                    <a:pt x="49364" y="726808"/>
                  </a:lnTo>
                  <a:lnTo>
                    <a:pt x="44729" y="778649"/>
                  </a:lnTo>
                  <a:lnTo>
                    <a:pt x="40144" y="830580"/>
                  </a:lnTo>
                  <a:lnTo>
                    <a:pt x="35648" y="880275"/>
                  </a:lnTo>
                  <a:lnTo>
                    <a:pt x="31419" y="929855"/>
                  </a:lnTo>
                  <a:lnTo>
                    <a:pt x="27457" y="979347"/>
                  </a:lnTo>
                  <a:lnTo>
                    <a:pt x="23914" y="1026858"/>
                  </a:lnTo>
                  <a:lnTo>
                    <a:pt x="20497" y="1076071"/>
                  </a:lnTo>
                  <a:lnTo>
                    <a:pt x="17221" y="1127366"/>
                  </a:lnTo>
                  <a:lnTo>
                    <a:pt x="14351" y="1176616"/>
                  </a:lnTo>
                  <a:lnTo>
                    <a:pt x="11747" y="1225842"/>
                  </a:lnTo>
                  <a:lnTo>
                    <a:pt x="9410" y="1275054"/>
                  </a:lnTo>
                  <a:lnTo>
                    <a:pt x="7353" y="1324279"/>
                  </a:lnTo>
                  <a:lnTo>
                    <a:pt x="5549" y="1373530"/>
                  </a:lnTo>
                  <a:lnTo>
                    <a:pt x="4025" y="1422806"/>
                  </a:lnTo>
                  <a:lnTo>
                    <a:pt x="2768" y="1472145"/>
                  </a:lnTo>
                  <a:lnTo>
                    <a:pt x="1790" y="1521548"/>
                  </a:lnTo>
                  <a:lnTo>
                    <a:pt x="1092" y="1571040"/>
                  </a:lnTo>
                  <a:lnTo>
                    <a:pt x="673" y="1620570"/>
                  </a:lnTo>
                  <a:lnTo>
                    <a:pt x="520" y="1670304"/>
                  </a:lnTo>
                  <a:lnTo>
                    <a:pt x="76" y="1719795"/>
                  </a:lnTo>
                  <a:lnTo>
                    <a:pt x="0" y="1825637"/>
                  </a:lnTo>
                  <a:lnTo>
                    <a:pt x="292" y="1868830"/>
                  </a:lnTo>
                  <a:lnTo>
                    <a:pt x="889" y="1918677"/>
                  </a:lnTo>
                  <a:lnTo>
                    <a:pt x="1765" y="1968601"/>
                  </a:lnTo>
                  <a:lnTo>
                    <a:pt x="2908" y="2018601"/>
                  </a:lnTo>
                  <a:lnTo>
                    <a:pt x="4330" y="2068639"/>
                  </a:lnTo>
                  <a:lnTo>
                    <a:pt x="6057" y="2118753"/>
                  </a:lnTo>
                  <a:lnTo>
                    <a:pt x="8051" y="2168893"/>
                  </a:lnTo>
                  <a:lnTo>
                    <a:pt x="10363" y="2219083"/>
                  </a:lnTo>
                  <a:lnTo>
                    <a:pt x="12954" y="2269312"/>
                  </a:lnTo>
                  <a:lnTo>
                    <a:pt x="15862" y="2319566"/>
                  </a:lnTo>
                  <a:lnTo>
                    <a:pt x="19075" y="2369832"/>
                  </a:lnTo>
                  <a:lnTo>
                    <a:pt x="22593" y="2420124"/>
                  </a:lnTo>
                  <a:lnTo>
                    <a:pt x="26428" y="2470404"/>
                  </a:lnTo>
                  <a:lnTo>
                    <a:pt x="36461" y="2515463"/>
                  </a:lnTo>
                  <a:lnTo>
                    <a:pt x="46050" y="2561082"/>
                  </a:lnTo>
                  <a:lnTo>
                    <a:pt x="55372" y="2606713"/>
                  </a:lnTo>
                  <a:lnTo>
                    <a:pt x="64528" y="2651760"/>
                  </a:lnTo>
                  <a:lnTo>
                    <a:pt x="69100" y="2654808"/>
                  </a:lnTo>
                  <a:lnTo>
                    <a:pt x="59575" y="2579370"/>
                  </a:lnTo>
                  <a:lnTo>
                    <a:pt x="52336" y="2503932"/>
                  </a:lnTo>
                  <a:lnTo>
                    <a:pt x="48450" y="2451392"/>
                  </a:lnTo>
                  <a:lnTo>
                    <a:pt x="44780" y="2398928"/>
                  </a:lnTo>
                  <a:lnTo>
                    <a:pt x="41325" y="2346515"/>
                  </a:lnTo>
                  <a:lnTo>
                    <a:pt x="38100" y="2294178"/>
                  </a:lnTo>
                  <a:lnTo>
                    <a:pt x="35115" y="2241893"/>
                  </a:lnTo>
                  <a:lnTo>
                    <a:pt x="32359" y="2189670"/>
                  </a:lnTo>
                  <a:lnTo>
                    <a:pt x="29845" y="2137511"/>
                  </a:lnTo>
                  <a:lnTo>
                    <a:pt x="27571" y="2085403"/>
                  </a:lnTo>
                  <a:lnTo>
                    <a:pt x="25565" y="2033358"/>
                  </a:lnTo>
                  <a:lnTo>
                    <a:pt x="23799" y="1981352"/>
                  </a:lnTo>
                  <a:lnTo>
                    <a:pt x="22288" y="1929409"/>
                  </a:lnTo>
                  <a:lnTo>
                    <a:pt x="21056" y="1877504"/>
                  </a:lnTo>
                  <a:lnTo>
                    <a:pt x="20078" y="1825637"/>
                  </a:lnTo>
                  <a:lnTo>
                    <a:pt x="19380" y="1773821"/>
                  </a:lnTo>
                  <a:lnTo>
                    <a:pt x="18961" y="1722043"/>
                  </a:lnTo>
                  <a:lnTo>
                    <a:pt x="18935" y="1620570"/>
                  </a:lnTo>
                  <a:lnTo>
                    <a:pt x="19316" y="1570863"/>
                  </a:lnTo>
                  <a:lnTo>
                    <a:pt x="19939" y="1521193"/>
                  </a:lnTo>
                  <a:lnTo>
                    <a:pt x="20815" y="1471561"/>
                  </a:lnTo>
                  <a:lnTo>
                    <a:pt x="21920" y="1421968"/>
                  </a:lnTo>
                  <a:lnTo>
                    <a:pt x="23266" y="1372425"/>
                  </a:lnTo>
                  <a:lnTo>
                    <a:pt x="24853" y="1322908"/>
                  </a:lnTo>
                  <a:lnTo>
                    <a:pt x="26657" y="1273454"/>
                  </a:lnTo>
                  <a:lnTo>
                    <a:pt x="28702" y="1224026"/>
                  </a:lnTo>
                  <a:lnTo>
                    <a:pt x="30949" y="1174661"/>
                  </a:lnTo>
                  <a:lnTo>
                    <a:pt x="33413" y="1125347"/>
                  </a:lnTo>
                  <a:lnTo>
                    <a:pt x="36080" y="1076071"/>
                  </a:lnTo>
                  <a:lnTo>
                    <a:pt x="38963" y="1026858"/>
                  </a:lnTo>
                  <a:lnTo>
                    <a:pt x="42024" y="977709"/>
                  </a:lnTo>
                  <a:lnTo>
                    <a:pt x="45288" y="928611"/>
                  </a:lnTo>
                  <a:lnTo>
                    <a:pt x="48729" y="879563"/>
                  </a:lnTo>
                  <a:lnTo>
                    <a:pt x="52336" y="830580"/>
                  </a:lnTo>
                  <a:lnTo>
                    <a:pt x="55918" y="778649"/>
                  </a:lnTo>
                  <a:lnTo>
                    <a:pt x="59791" y="726808"/>
                  </a:lnTo>
                  <a:lnTo>
                    <a:pt x="63995" y="675043"/>
                  </a:lnTo>
                  <a:lnTo>
                    <a:pt x="68529" y="623316"/>
                  </a:lnTo>
                  <a:lnTo>
                    <a:pt x="73431" y="571601"/>
                  </a:lnTo>
                  <a:lnTo>
                    <a:pt x="78701" y="519836"/>
                  </a:lnTo>
                  <a:lnTo>
                    <a:pt x="84366" y="467995"/>
                  </a:lnTo>
                  <a:lnTo>
                    <a:pt x="90449" y="416052"/>
                  </a:lnTo>
                  <a:lnTo>
                    <a:pt x="96748" y="364045"/>
                  </a:lnTo>
                  <a:lnTo>
                    <a:pt x="103162" y="312039"/>
                  </a:lnTo>
                  <a:lnTo>
                    <a:pt x="109778" y="260032"/>
                  </a:lnTo>
                  <a:lnTo>
                    <a:pt x="116738" y="208026"/>
                  </a:lnTo>
                  <a:lnTo>
                    <a:pt x="124104" y="156019"/>
                  </a:lnTo>
                  <a:lnTo>
                    <a:pt x="132016" y="104013"/>
                  </a:lnTo>
                  <a:lnTo>
                    <a:pt x="140576" y="52006"/>
                  </a:lnTo>
                  <a:lnTo>
                    <a:pt x="149885" y="0"/>
                  </a:lnTo>
                  <a:close/>
                </a:path>
                <a:path w="848360" h="4879975">
                  <a:moveTo>
                    <a:pt x="440969" y="3931920"/>
                  </a:moveTo>
                  <a:lnTo>
                    <a:pt x="408406" y="3838841"/>
                  </a:lnTo>
                  <a:lnTo>
                    <a:pt x="392341" y="3792093"/>
                  </a:lnTo>
                  <a:lnTo>
                    <a:pt x="376504" y="3745230"/>
                  </a:lnTo>
                  <a:lnTo>
                    <a:pt x="360984" y="3698278"/>
                  </a:lnTo>
                  <a:lnTo>
                    <a:pt x="345871" y="3651288"/>
                  </a:lnTo>
                  <a:lnTo>
                    <a:pt x="331228" y="3604260"/>
                  </a:lnTo>
                  <a:lnTo>
                    <a:pt x="315226" y="3555111"/>
                  </a:lnTo>
                  <a:lnTo>
                    <a:pt x="299453" y="3505847"/>
                  </a:lnTo>
                  <a:lnTo>
                    <a:pt x="283908" y="3456457"/>
                  </a:lnTo>
                  <a:lnTo>
                    <a:pt x="268592" y="3406952"/>
                  </a:lnTo>
                  <a:lnTo>
                    <a:pt x="253530" y="3357346"/>
                  </a:lnTo>
                  <a:lnTo>
                    <a:pt x="238696" y="3307651"/>
                  </a:lnTo>
                  <a:lnTo>
                    <a:pt x="224116" y="3257842"/>
                  </a:lnTo>
                  <a:lnTo>
                    <a:pt x="209778" y="3207956"/>
                  </a:lnTo>
                  <a:lnTo>
                    <a:pt x="195694" y="3157982"/>
                  </a:lnTo>
                  <a:lnTo>
                    <a:pt x="181851" y="3107931"/>
                  </a:lnTo>
                  <a:lnTo>
                    <a:pt x="168275" y="3057804"/>
                  </a:lnTo>
                  <a:lnTo>
                    <a:pt x="154952" y="3007614"/>
                  </a:lnTo>
                  <a:lnTo>
                    <a:pt x="141884" y="2957360"/>
                  </a:lnTo>
                  <a:lnTo>
                    <a:pt x="129082" y="2907055"/>
                  </a:lnTo>
                  <a:lnTo>
                    <a:pt x="116547" y="2856687"/>
                  </a:lnTo>
                  <a:lnTo>
                    <a:pt x="104279" y="2806268"/>
                  </a:lnTo>
                  <a:lnTo>
                    <a:pt x="92278" y="2755823"/>
                  </a:lnTo>
                  <a:lnTo>
                    <a:pt x="80556" y="2705328"/>
                  </a:lnTo>
                  <a:lnTo>
                    <a:pt x="69100" y="2654808"/>
                  </a:lnTo>
                  <a:lnTo>
                    <a:pt x="79832" y="2760878"/>
                  </a:lnTo>
                  <a:lnTo>
                    <a:pt x="85559" y="2813913"/>
                  </a:lnTo>
                  <a:lnTo>
                    <a:pt x="92024" y="2866948"/>
                  </a:lnTo>
                  <a:lnTo>
                    <a:pt x="99580" y="2919984"/>
                  </a:lnTo>
                  <a:lnTo>
                    <a:pt x="112090" y="2970238"/>
                  </a:lnTo>
                  <a:lnTo>
                    <a:pt x="124790" y="3020390"/>
                  </a:lnTo>
                  <a:lnTo>
                    <a:pt x="137668" y="3070466"/>
                  </a:lnTo>
                  <a:lnTo>
                    <a:pt x="150749" y="3120453"/>
                  </a:lnTo>
                  <a:lnTo>
                    <a:pt x="164033" y="3170351"/>
                  </a:lnTo>
                  <a:lnTo>
                    <a:pt x="177520" y="3220186"/>
                  </a:lnTo>
                  <a:lnTo>
                    <a:pt x="191211" y="3269932"/>
                  </a:lnTo>
                  <a:lnTo>
                    <a:pt x="205117" y="3319627"/>
                  </a:lnTo>
                  <a:lnTo>
                    <a:pt x="219240" y="3369246"/>
                  </a:lnTo>
                  <a:lnTo>
                    <a:pt x="233565" y="3418802"/>
                  </a:lnTo>
                  <a:lnTo>
                    <a:pt x="248119" y="3468293"/>
                  </a:lnTo>
                  <a:lnTo>
                    <a:pt x="262902" y="3517735"/>
                  </a:lnTo>
                  <a:lnTo>
                    <a:pt x="277901" y="3567125"/>
                  </a:lnTo>
                  <a:lnTo>
                    <a:pt x="293128" y="3616452"/>
                  </a:lnTo>
                  <a:lnTo>
                    <a:pt x="323913" y="3711918"/>
                  </a:lnTo>
                  <a:lnTo>
                    <a:pt x="339585" y="3759543"/>
                  </a:lnTo>
                  <a:lnTo>
                    <a:pt x="355536" y="3807066"/>
                  </a:lnTo>
                  <a:lnTo>
                    <a:pt x="371792" y="3854437"/>
                  </a:lnTo>
                  <a:lnTo>
                    <a:pt x="388416" y="3901617"/>
                  </a:lnTo>
                  <a:lnTo>
                    <a:pt x="405447" y="3948569"/>
                  </a:lnTo>
                  <a:lnTo>
                    <a:pt x="422948" y="3995267"/>
                  </a:lnTo>
                  <a:lnTo>
                    <a:pt x="440969" y="4041648"/>
                  </a:lnTo>
                  <a:lnTo>
                    <a:pt x="440969" y="3931920"/>
                  </a:lnTo>
                  <a:close/>
                </a:path>
                <a:path w="848360" h="4879975">
                  <a:moveTo>
                    <a:pt x="527837" y="4657344"/>
                  </a:moveTo>
                  <a:lnTo>
                    <a:pt x="524637" y="4648200"/>
                  </a:lnTo>
                  <a:lnTo>
                    <a:pt x="518833" y="4629912"/>
                  </a:lnTo>
                  <a:lnTo>
                    <a:pt x="515645" y="4620768"/>
                  </a:lnTo>
                  <a:lnTo>
                    <a:pt x="503110" y="4569765"/>
                  </a:lnTo>
                  <a:lnTo>
                    <a:pt x="490880" y="4517898"/>
                  </a:lnTo>
                  <a:lnTo>
                    <a:pt x="479209" y="4466044"/>
                  </a:lnTo>
                  <a:lnTo>
                    <a:pt x="468401" y="4415028"/>
                  </a:lnTo>
                  <a:lnTo>
                    <a:pt x="451650" y="4370489"/>
                  </a:lnTo>
                  <a:lnTo>
                    <a:pt x="435038" y="4325340"/>
                  </a:lnTo>
                  <a:lnTo>
                    <a:pt x="418680" y="4279773"/>
                  </a:lnTo>
                  <a:lnTo>
                    <a:pt x="402691" y="4233964"/>
                  </a:lnTo>
                  <a:lnTo>
                    <a:pt x="387223" y="4188053"/>
                  </a:lnTo>
                  <a:lnTo>
                    <a:pt x="356057" y="4092435"/>
                  </a:lnTo>
                  <a:lnTo>
                    <a:pt x="340233" y="4042460"/>
                  </a:lnTo>
                  <a:lnTo>
                    <a:pt x="324878" y="3992321"/>
                  </a:lnTo>
                  <a:lnTo>
                    <a:pt x="310019" y="3942042"/>
                  </a:lnTo>
                  <a:lnTo>
                    <a:pt x="295630" y="3891635"/>
                  </a:lnTo>
                  <a:lnTo>
                    <a:pt x="281698" y="3841102"/>
                  </a:lnTo>
                  <a:lnTo>
                    <a:pt x="268236" y="3790454"/>
                  </a:lnTo>
                  <a:lnTo>
                    <a:pt x="255231" y="3739705"/>
                  </a:lnTo>
                  <a:lnTo>
                    <a:pt x="242658" y="3688880"/>
                  </a:lnTo>
                  <a:lnTo>
                    <a:pt x="230530" y="3637965"/>
                  </a:lnTo>
                  <a:lnTo>
                    <a:pt x="218846" y="3586988"/>
                  </a:lnTo>
                  <a:lnTo>
                    <a:pt x="207581" y="3535946"/>
                  </a:lnTo>
                  <a:lnTo>
                    <a:pt x="196735" y="3484867"/>
                  </a:lnTo>
                  <a:lnTo>
                    <a:pt x="186296" y="3433749"/>
                  </a:lnTo>
                  <a:lnTo>
                    <a:pt x="176276" y="3382619"/>
                  </a:lnTo>
                  <a:lnTo>
                    <a:pt x="166649" y="3331464"/>
                  </a:lnTo>
                  <a:lnTo>
                    <a:pt x="155689" y="3280968"/>
                  </a:lnTo>
                  <a:lnTo>
                    <a:pt x="145643" y="3230105"/>
                  </a:lnTo>
                  <a:lnTo>
                    <a:pt x="136372" y="3178911"/>
                  </a:lnTo>
                  <a:lnTo>
                    <a:pt x="127787" y="3127438"/>
                  </a:lnTo>
                  <a:lnTo>
                    <a:pt x="119761" y="3075775"/>
                  </a:lnTo>
                  <a:lnTo>
                    <a:pt x="112204" y="3023933"/>
                  </a:lnTo>
                  <a:lnTo>
                    <a:pt x="105016" y="2971990"/>
                  </a:lnTo>
                  <a:lnTo>
                    <a:pt x="98069" y="2919984"/>
                  </a:lnTo>
                  <a:lnTo>
                    <a:pt x="87693" y="2874759"/>
                  </a:lnTo>
                  <a:lnTo>
                    <a:pt x="76873" y="2830258"/>
                  </a:lnTo>
                  <a:lnTo>
                    <a:pt x="55092" y="2741980"/>
                  </a:lnTo>
                  <a:lnTo>
                    <a:pt x="44729" y="2697480"/>
                  </a:lnTo>
                  <a:lnTo>
                    <a:pt x="49479" y="2746743"/>
                  </a:lnTo>
                  <a:lnTo>
                    <a:pt x="54610" y="2796044"/>
                  </a:lnTo>
                  <a:lnTo>
                    <a:pt x="60109" y="2845371"/>
                  </a:lnTo>
                  <a:lnTo>
                    <a:pt x="65951" y="2894685"/>
                  </a:lnTo>
                  <a:lnTo>
                    <a:pt x="72148" y="2943999"/>
                  </a:lnTo>
                  <a:lnTo>
                    <a:pt x="78676" y="2993288"/>
                  </a:lnTo>
                  <a:lnTo>
                    <a:pt x="85534" y="3042513"/>
                  </a:lnTo>
                  <a:lnTo>
                    <a:pt x="92710" y="3091688"/>
                  </a:lnTo>
                  <a:lnTo>
                    <a:pt x="100203" y="3140786"/>
                  </a:lnTo>
                  <a:lnTo>
                    <a:pt x="107988" y="3189782"/>
                  </a:lnTo>
                  <a:lnTo>
                    <a:pt x="116078" y="3238677"/>
                  </a:lnTo>
                  <a:lnTo>
                    <a:pt x="124460" y="3287433"/>
                  </a:lnTo>
                  <a:lnTo>
                    <a:pt x="133121" y="3336036"/>
                  </a:lnTo>
                  <a:lnTo>
                    <a:pt x="142163" y="3384702"/>
                  </a:lnTo>
                  <a:lnTo>
                    <a:pt x="151561" y="3433330"/>
                  </a:lnTo>
                  <a:lnTo>
                    <a:pt x="161302" y="3481908"/>
                  </a:lnTo>
                  <a:lnTo>
                    <a:pt x="171399" y="3530447"/>
                  </a:lnTo>
                  <a:lnTo>
                    <a:pt x="181838" y="3578923"/>
                  </a:lnTo>
                  <a:lnTo>
                    <a:pt x="192633" y="3627336"/>
                  </a:lnTo>
                  <a:lnTo>
                    <a:pt x="203771" y="3675697"/>
                  </a:lnTo>
                  <a:lnTo>
                    <a:pt x="215252" y="3723983"/>
                  </a:lnTo>
                  <a:lnTo>
                    <a:pt x="227088" y="3772192"/>
                  </a:lnTo>
                  <a:lnTo>
                    <a:pt x="239268" y="3820312"/>
                  </a:lnTo>
                  <a:lnTo>
                    <a:pt x="251802" y="3868356"/>
                  </a:lnTo>
                  <a:lnTo>
                    <a:pt x="264680" y="3916299"/>
                  </a:lnTo>
                  <a:lnTo>
                    <a:pt x="277901" y="3964140"/>
                  </a:lnTo>
                  <a:lnTo>
                    <a:pt x="291477" y="4011879"/>
                  </a:lnTo>
                  <a:lnTo>
                    <a:pt x="305396" y="4059517"/>
                  </a:lnTo>
                  <a:lnTo>
                    <a:pt x="319659" y="4107040"/>
                  </a:lnTo>
                  <a:lnTo>
                    <a:pt x="334289" y="4154424"/>
                  </a:lnTo>
                  <a:lnTo>
                    <a:pt x="350443" y="4203204"/>
                  </a:lnTo>
                  <a:lnTo>
                    <a:pt x="366953" y="4252328"/>
                  </a:lnTo>
                  <a:lnTo>
                    <a:pt x="383895" y="4301693"/>
                  </a:lnTo>
                  <a:lnTo>
                    <a:pt x="401345" y="4351210"/>
                  </a:lnTo>
                  <a:lnTo>
                    <a:pt x="419354" y="4400816"/>
                  </a:lnTo>
                  <a:lnTo>
                    <a:pt x="438010" y="4450397"/>
                  </a:lnTo>
                  <a:lnTo>
                    <a:pt x="457377" y="4499864"/>
                  </a:lnTo>
                  <a:lnTo>
                    <a:pt x="477545" y="4549140"/>
                  </a:lnTo>
                  <a:lnTo>
                    <a:pt x="490118" y="4575048"/>
                  </a:lnTo>
                  <a:lnTo>
                    <a:pt x="502691" y="4602099"/>
                  </a:lnTo>
                  <a:lnTo>
                    <a:pt x="527837" y="4657344"/>
                  </a:lnTo>
                  <a:close/>
                </a:path>
                <a:path w="848360" h="4879975">
                  <a:moveTo>
                    <a:pt x="847877" y="4879848"/>
                  </a:moveTo>
                  <a:lnTo>
                    <a:pt x="825792" y="4837354"/>
                  </a:lnTo>
                  <a:lnTo>
                    <a:pt x="804075" y="4794415"/>
                  </a:lnTo>
                  <a:lnTo>
                    <a:pt x="782688" y="4751057"/>
                  </a:lnTo>
                  <a:lnTo>
                    <a:pt x="761580" y="4707255"/>
                  </a:lnTo>
                  <a:lnTo>
                    <a:pt x="740664" y="4663046"/>
                  </a:lnTo>
                  <a:lnTo>
                    <a:pt x="719924" y="4618393"/>
                  </a:lnTo>
                  <a:lnTo>
                    <a:pt x="699287" y="4573321"/>
                  </a:lnTo>
                  <a:lnTo>
                    <a:pt x="678713" y="4527804"/>
                  </a:lnTo>
                  <a:lnTo>
                    <a:pt x="658850" y="4483239"/>
                  </a:lnTo>
                  <a:lnTo>
                    <a:pt x="639483" y="4438294"/>
                  </a:lnTo>
                  <a:lnTo>
                    <a:pt x="620534" y="4393031"/>
                  </a:lnTo>
                  <a:lnTo>
                    <a:pt x="601941" y="4347540"/>
                  </a:lnTo>
                  <a:lnTo>
                    <a:pt x="583653" y="4301871"/>
                  </a:lnTo>
                  <a:lnTo>
                    <a:pt x="547674" y="4210354"/>
                  </a:lnTo>
                  <a:lnTo>
                    <a:pt x="494309" y="4073652"/>
                  </a:lnTo>
                  <a:lnTo>
                    <a:pt x="475869" y="4027157"/>
                  </a:lnTo>
                  <a:lnTo>
                    <a:pt x="469925" y="4011168"/>
                  </a:lnTo>
                  <a:lnTo>
                    <a:pt x="469963" y="4040301"/>
                  </a:lnTo>
                  <a:lnTo>
                    <a:pt x="470306" y="4070413"/>
                  </a:lnTo>
                  <a:lnTo>
                    <a:pt x="472973" y="4133088"/>
                  </a:lnTo>
                  <a:lnTo>
                    <a:pt x="509625" y="4225506"/>
                  </a:lnTo>
                  <a:lnTo>
                    <a:pt x="528116" y="4271607"/>
                  </a:lnTo>
                  <a:lnTo>
                    <a:pt x="546785" y="4317606"/>
                  </a:lnTo>
                  <a:lnTo>
                    <a:pt x="565708" y="4363453"/>
                  </a:lnTo>
                  <a:lnTo>
                    <a:pt x="584949" y="4409110"/>
                  </a:lnTo>
                  <a:lnTo>
                    <a:pt x="604570" y="4454537"/>
                  </a:lnTo>
                  <a:lnTo>
                    <a:pt x="624624" y="4499711"/>
                  </a:lnTo>
                  <a:lnTo>
                    <a:pt x="645185" y="4544568"/>
                  </a:lnTo>
                  <a:lnTo>
                    <a:pt x="667004" y="4592904"/>
                  </a:lnTo>
                  <a:lnTo>
                    <a:pt x="689305" y="4641164"/>
                  </a:lnTo>
                  <a:lnTo>
                    <a:pt x="712000" y="4689335"/>
                  </a:lnTo>
                  <a:lnTo>
                    <a:pt x="735025" y="4737341"/>
                  </a:lnTo>
                  <a:lnTo>
                    <a:pt x="758278" y="4785131"/>
                  </a:lnTo>
                  <a:lnTo>
                    <a:pt x="781697" y="4832655"/>
                  </a:lnTo>
                  <a:lnTo>
                    <a:pt x="805205" y="4879848"/>
                  </a:lnTo>
                  <a:lnTo>
                    <a:pt x="847877" y="4879848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5359" y="6536436"/>
              <a:ext cx="117348" cy="2468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1947" y="3532632"/>
              <a:ext cx="1649095" cy="2382520"/>
            </a:xfrm>
            <a:custGeom>
              <a:avLst/>
              <a:gdLst/>
              <a:ahLst/>
              <a:cxnLst/>
              <a:rect l="l" t="t" r="r" b="b"/>
              <a:pathLst>
                <a:path w="1649095" h="2382520">
                  <a:moveTo>
                    <a:pt x="71640" y="1290840"/>
                  </a:moveTo>
                  <a:lnTo>
                    <a:pt x="64655" y="1238542"/>
                  </a:lnTo>
                  <a:lnTo>
                    <a:pt x="58267" y="1185964"/>
                  </a:lnTo>
                  <a:lnTo>
                    <a:pt x="52324" y="1133157"/>
                  </a:lnTo>
                  <a:lnTo>
                    <a:pt x="46659" y="1080211"/>
                  </a:lnTo>
                  <a:lnTo>
                    <a:pt x="41160" y="1027176"/>
                  </a:lnTo>
                  <a:lnTo>
                    <a:pt x="38112" y="1022604"/>
                  </a:lnTo>
                  <a:lnTo>
                    <a:pt x="28079" y="978433"/>
                  </a:lnTo>
                  <a:lnTo>
                    <a:pt x="18491" y="933259"/>
                  </a:lnTo>
                  <a:lnTo>
                    <a:pt x="9169" y="887806"/>
                  </a:lnTo>
                  <a:lnTo>
                    <a:pt x="0" y="842772"/>
                  </a:lnTo>
                  <a:lnTo>
                    <a:pt x="0" y="876300"/>
                  </a:lnTo>
                  <a:lnTo>
                    <a:pt x="3263" y="923912"/>
                  </a:lnTo>
                  <a:lnTo>
                    <a:pt x="7810" y="972502"/>
                  </a:lnTo>
                  <a:lnTo>
                    <a:pt x="12649" y="1021397"/>
                  </a:lnTo>
                  <a:lnTo>
                    <a:pt x="12750" y="1022604"/>
                  </a:lnTo>
                  <a:lnTo>
                    <a:pt x="16776" y="1069848"/>
                  </a:lnTo>
                  <a:lnTo>
                    <a:pt x="30060" y="1125385"/>
                  </a:lnTo>
                  <a:lnTo>
                    <a:pt x="58343" y="1235303"/>
                  </a:lnTo>
                  <a:lnTo>
                    <a:pt x="71640" y="1290840"/>
                  </a:lnTo>
                  <a:close/>
                </a:path>
                <a:path w="1649095" h="2382520">
                  <a:moveTo>
                    <a:pt x="1648980" y="0"/>
                  </a:moveTo>
                  <a:lnTo>
                    <a:pt x="1644408" y="0"/>
                  </a:lnTo>
                  <a:lnTo>
                    <a:pt x="1613357" y="27698"/>
                  </a:lnTo>
                  <a:lnTo>
                    <a:pt x="1582305" y="55816"/>
                  </a:lnTo>
                  <a:lnTo>
                    <a:pt x="1551825" y="84226"/>
                  </a:lnTo>
                  <a:lnTo>
                    <a:pt x="1522488" y="112776"/>
                  </a:lnTo>
                  <a:lnTo>
                    <a:pt x="1494790" y="143827"/>
                  </a:lnTo>
                  <a:lnTo>
                    <a:pt x="1466672" y="174879"/>
                  </a:lnTo>
                  <a:lnTo>
                    <a:pt x="1438262" y="205359"/>
                  </a:lnTo>
                  <a:lnTo>
                    <a:pt x="1409712" y="234696"/>
                  </a:lnTo>
                  <a:lnTo>
                    <a:pt x="1375714" y="270637"/>
                  </a:lnTo>
                  <a:lnTo>
                    <a:pt x="1342872" y="306654"/>
                  </a:lnTo>
                  <a:lnTo>
                    <a:pt x="1311021" y="342836"/>
                  </a:lnTo>
                  <a:lnTo>
                    <a:pt x="1279982" y="379247"/>
                  </a:lnTo>
                  <a:lnTo>
                    <a:pt x="1249616" y="415988"/>
                  </a:lnTo>
                  <a:lnTo>
                    <a:pt x="1219758" y="453123"/>
                  </a:lnTo>
                  <a:lnTo>
                    <a:pt x="1190256" y="490728"/>
                  </a:lnTo>
                  <a:lnTo>
                    <a:pt x="1157808" y="531342"/>
                  </a:lnTo>
                  <a:lnTo>
                    <a:pt x="1125918" y="572274"/>
                  </a:lnTo>
                  <a:lnTo>
                    <a:pt x="1094587" y="613524"/>
                  </a:lnTo>
                  <a:lnTo>
                    <a:pt x="1063790" y="655104"/>
                  </a:lnTo>
                  <a:lnTo>
                    <a:pt x="1033564" y="697014"/>
                  </a:lnTo>
                  <a:lnTo>
                    <a:pt x="1003896" y="739241"/>
                  </a:lnTo>
                  <a:lnTo>
                    <a:pt x="974788" y="781799"/>
                  </a:lnTo>
                  <a:lnTo>
                    <a:pt x="946264" y="824674"/>
                  </a:lnTo>
                  <a:lnTo>
                    <a:pt x="918298" y="867879"/>
                  </a:lnTo>
                  <a:lnTo>
                    <a:pt x="890917" y="911415"/>
                  </a:lnTo>
                  <a:lnTo>
                    <a:pt x="864120" y="955268"/>
                  </a:lnTo>
                  <a:lnTo>
                    <a:pt x="837920" y="999439"/>
                  </a:lnTo>
                  <a:lnTo>
                    <a:pt x="812304" y="1043940"/>
                  </a:lnTo>
                  <a:lnTo>
                    <a:pt x="786333" y="1089482"/>
                  </a:lnTo>
                  <a:lnTo>
                    <a:pt x="761174" y="1135329"/>
                  </a:lnTo>
                  <a:lnTo>
                    <a:pt x="736841" y="1181506"/>
                  </a:lnTo>
                  <a:lnTo>
                    <a:pt x="713333" y="1228013"/>
                  </a:lnTo>
                  <a:lnTo>
                    <a:pt x="690651" y="1274851"/>
                  </a:lnTo>
                  <a:lnTo>
                    <a:pt x="668794" y="1321993"/>
                  </a:lnTo>
                  <a:lnTo>
                    <a:pt x="647776" y="1369479"/>
                  </a:lnTo>
                  <a:lnTo>
                    <a:pt x="627608" y="1417281"/>
                  </a:lnTo>
                  <a:lnTo>
                    <a:pt x="608279" y="1465414"/>
                  </a:lnTo>
                  <a:lnTo>
                    <a:pt x="589800" y="1513865"/>
                  </a:lnTo>
                  <a:lnTo>
                    <a:pt x="572173" y="1562633"/>
                  </a:lnTo>
                  <a:lnTo>
                    <a:pt x="555409" y="1611744"/>
                  </a:lnTo>
                  <a:lnTo>
                    <a:pt x="539508" y="1661160"/>
                  </a:lnTo>
                  <a:lnTo>
                    <a:pt x="523481" y="1708556"/>
                  </a:lnTo>
                  <a:lnTo>
                    <a:pt x="508508" y="1756435"/>
                  </a:lnTo>
                  <a:lnTo>
                    <a:pt x="494563" y="1804771"/>
                  </a:lnTo>
                  <a:lnTo>
                    <a:pt x="481647" y="1853514"/>
                  </a:lnTo>
                  <a:lnTo>
                    <a:pt x="469785" y="1902612"/>
                  </a:lnTo>
                  <a:lnTo>
                    <a:pt x="458978" y="1952015"/>
                  </a:lnTo>
                  <a:lnTo>
                    <a:pt x="449224" y="2001697"/>
                  </a:lnTo>
                  <a:lnTo>
                    <a:pt x="440512" y="2051583"/>
                  </a:lnTo>
                  <a:lnTo>
                    <a:pt x="432879" y="2101659"/>
                  </a:lnTo>
                  <a:lnTo>
                    <a:pt x="426300" y="2151862"/>
                  </a:lnTo>
                  <a:lnTo>
                    <a:pt x="420801" y="2202142"/>
                  </a:lnTo>
                  <a:lnTo>
                    <a:pt x="416369" y="2252459"/>
                  </a:lnTo>
                  <a:lnTo>
                    <a:pt x="413004" y="2302764"/>
                  </a:lnTo>
                  <a:lnTo>
                    <a:pt x="421601" y="2321369"/>
                  </a:lnTo>
                  <a:lnTo>
                    <a:pt x="429196" y="2340686"/>
                  </a:lnTo>
                  <a:lnTo>
                    <a:pt x="435940" y="2360853"/>
                  </a:lnTo>
                  <a:lnTo>
                    <a:pt x="441960" y="2382024"/>
                  </a:lnTo>
                  <a:lnTo>
                    <a:pt x="442036" y="2366035"/>
                  </a:lnTo>
                  <a:lnTo>
                    <a:pt x="442531" y="2350211"/>
                  </a:lnTo>
                  <a:lnTo>
                    <a:pt x="443890" y="2334653"/>
                  </a:lnTo>
                  <a:lnTo>
                    <a:pt x="446544" y="2319528"/>
                  </a:lnTo>
                  <a:lnTo>
                    <a:pt x="448233" y="2269172"/>
                  </a:lnTo>
                  <a:lnTo>
                    <a:pt x="451205" y="2218664"/>
                  </a:lnTo>
                  <a:lnTo>
                    <a:pt x="455422" y="2168080"/>
                  </a:lnTo>
                  <a:lnTo>
                    <a:pt x="460832" y="2117420"/>
                  </a:lnTo>
                  <a:lnTo>
                    <a:pt x="467436" y="2066734"/>
                  </a:lnTo>
                  <a:lnTo>
                    <a:pt x="475195" y="2016061"/>
                  </a:lnTo>
                  <a:lnTo>
                    <a:pt x="484073" y="1965413"/>
                  </a:lnTo>
                  <a:lnTo>
                    <a:pt x="494042" y="1914842"/>
                  </a:lnTo>
                  <a:lnTo>
                    <a:pt x="505091" y="1864372"/>
                  </a:lnTo>
                  <a:lnTo>
                    <a:pt x="517156" y="1814042"/>
                  </a:lnTo>
                  <a:lnTo>
                    <a:pt x="530237" y="1763890"/>
                  </a:lnTo>
                  <a:lnTo>
                    <a:pt x="544309" y="1713928"/>
                  </a:lnTo>
                  <a:lnTo>
                    <a:pt x="559320" y="1664208"/>
                  </a:lnTo>
                  <a:lnTo>
                    <a:pt x="575538" y="1616087"/>
                  </a:lnTo>
                  <a:lnTo>
                    <a:pt x="592569" y="1568094"/>
                  </a:lnTo>
                  <a:lnTo>
                    <a:pt x="610387" y="1520266"/>
                  </a:lnTo>
                  <a:lnTo>
                    <a:pt x="628980" y="1472615"/>
                  </a:lnTo>
                  <a:lnTo>
                    <a:pt x="648335" y="1425181"/>
                  </a:lnTo>
                  <a:lnTo>
                    <a:pt x="668426" y="1377975"/>
                  </a:lnTo>
                  <a:lnTo>
                    <a:pt x="689267" y="1331023"/>
                  </a:lnTo>
                  <a:lnTo>
                    <a:pt x="710831" y="1284351"/>
                  </a:lnTo>
                  <a:lnTo>
                    <a:pt x="733107" y="1237996"/>
                  </a:lnTo>
                  <a:lnTo>
                    <a:pt x="756069" y="1191971"/>
                  </a:lnTo>
                  <a:lnTo>
                    <a:pt x="779729" y="1146302"/>
                  </a:lnTo>
                  <a:lnTo>
                    <a:pt x="804062" y="1101013"/>
                  </a:lnTo>
                  <a:lnTo>
                    <a:pt x="829068" y="1056132"/>
                  </a:lnTo>
                  <a:lnTo>
                    <a:pt x="853706" y="1010983"/>
                  </a:lnTo>
                  <a:lnTo>
                    <a:pt x="879081" y="966254"/>
                  </a:lnTo>
                  <a:lnTo>
                    <a:pt x="905154" y="921931"/>
                  </a:lnTo>
                  <a:lnTo>
                    <a:pt x="931926" y="877989"/>
                  </a:lnTo>
                  <a:lnTo>
                    <a:pt x="959345" y="834453"/>
                  </a:lnTo>
                  <a:lnTo>
                    <a:pt x="987399" y="791273"/>
                  </a:lnTo>
                  <a:lnTo>
                    <a:pt x="1016063" y="748449"/>
                  </a:lnTo>
                  <a:lnTo>
                    <a:pt x="1045311" y="705980"/>
                  </a:lnTo>
                  <a:lnTo>
                    <a:pt x="1075105" y="663841"/>
                  </a:lnTo>
                  <a:lnTo>
                    <a:pt x="1105446" y="622020"/>
                  </a:lnTo>
                  <a:lnTo>
                    <a:pt x="1136281" y="580504"/>
                  </a:lnTo>
                  <a:lnTo>
                    <a:pt x="1167612" y="539292"/>
                  </a:lnTo>
                  <a:lnTo>
                    <a:pt x="1199400" y="498348"/>
                  </a:lnTo>
                  <a:lnTo>
                    <a:pt x="1228407" y="460578"/>
                  </a:lnTo>
                  <a:lnTo>
                    <a:pt x="1257985" y="423075"/>
                  </a:lnTo>
                  <a:lnTo>
                    <a:pt x="1288122" y="385902"/>
                  </a:lnTo>
                  <a:lnTo>
                    <a:pt x="1318831" y="349173"/>
                  </a:lnTo>
                  <a:lnTo>
                    <a:pt x="1350086" y="312940"/>
                  </a:lnTo>
                  <a:lnTo>
                    <a:pt x="1381899" y="277304"/>
                  </a:lnTo>
                  <a:lnTo>
                    <a:pt x="1414284" y="242316"/>
                  </a:lnTo>
                  <a:lnTo>
                    <a:pt x="1442618" y="211226"/>
                  </a:lnTo>
                  <a:lnTo>
                    <a:pt x="1498714" y="148450"/>
                  </a:lnTo>
                  <a:lnTo>
                    <a:pt x="1527060" y="117348"/>
                  </a:lnTo>
                  <a:lnTo>
                    <a:pt x="1556397" y="88087"/>
                  </a:lnTo>
                  <a:lnTo>
                    <a:pt x="1586877" y="58102"/>
                  </a:lnTo>
                  <a:lnTo>
                    <a:pt x="1617929" y="28409"/>
                  </a:lnTo>
                  <a:lnTo>
                    <a:pt x="1648980" y="0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831" y="6560820"/>
              <a:ext cx="106680" cy="2225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54964" y="5835396"/>
              <a:ext cx="213360" cy="948055"/>
            </a:xfrm>
            <a:custGeom>
              <a:avLst/>
              <a:gdLst/>
              <a:ahLst/>
              <a:cxnLst/>
              <a:rect l="l" t="t" r="r" b="b"/>
              <a:pathLst>
                <a:path w="213359" h="948054">
                  <a:moveTo>
                    <a:pt x="33528" y="199644"/>
                  </a:moveTo>
                  <a:lnTo>
                    <a:pt x="30873" y="168833"/>
                  </a:lnTo>
                  <a:lnTo>
                    <a:pt x="29527" y="138303"/>
                  </a:lnTo>
                  <a:lnTo>
                    <a:pt x="29019" y="108356"/>
                  </a:lnTo>
                  <a:lnTo>
                    <a:pt x="28956" y="79248"/>
                  </a:lnTo>
                  <a:lnTo>
                    <a:pt x="22923" y="58293"/>
                  </a:lnTo>
                  <a:lnTo>
                    <a:pt x="16192" y="38481"/>
                  </a:lnTo>
                  <a:lnTo>
                    <a:pt x="8585" y="19240"/>
                  </a:lnTo>
                  <a:lnTo>
                    <a:pt x="0" y="0"/>
                  </a:lnTo>
                  <a:lnTo>
                    <a:pt x="0" y="108204"/>
                  </a:lnTo>
                  <a:lnTo>
                    <a:pt x="3251" y="118135"/>
                  </a:lnTo>
                  <a:lnTo>
                    <a:pt x="6667" y="129349"/>
                  </a:lnTo>
                  <a:lnTo>
                    <a:pt x="10922" y="141427"/>
                  </a:lnTo>
                  <a:lnTo>
                    <a:pt x="16764" y="153924"/>
                  </a:lnTo>
                  <a:lnTo>
                    <a:pt x="20662" y="165785"/>
                  </a:lnTo>
                  <a:lnTo>
                    <a:pt x="29616" y="187794"/>
                  </a:lnTo>
                  <a:lnTo>
                    <a:pt x="33528" y="199644"/>
                  </a:lnTo>
                  <a:close/>
                </a:path>
                <a:path w="213359" h="948054">
                  <a:moveTo>
                    <a:pt x="213360" y="947940"/>
                  </a:moveTo>
                  <a:lnTo>
                    <a:pt x="191541" y="899871"/>
                  </a:lnTo>
                  <a:lnTo>
                    <a:pt x="171627" y="850938"/>
                  </a:lnTo>
                  <a:lnTo>
                    <a:pt x="153327" y="801331"/>
                  </a:lnTo>
                  <a:lnTo>
                    <a:pt x="136347" y="751306"/>
                  </a:lnTo>
                  <a:lnTo>
                    <a:pt x="120396" y="701052"/>
                  </a:lnTo>
                  <a:lnTo>
                    <a:pt x="108534" y="675906"/>
                  </a:lnTo>
                  <a:lnTo>
                    <a:pt x="86525" y="625614"/>
                  </a:lnTo>
                  <a:lnTo>
                    <a:pt x="74663" y="600456"/>
                  </a:lnTo>
                  <a:lnTo>
                    <a:pt x="86525" y="625602"/>
                  </a:lnTo>
                  <a:lnTo>
                    <a:pt x="108534" y="675894"/>
                  </a:lnTo>
                  <a:lnTo>
                    <a:pt x="120396" y="701040"/>
                  </a:lnTo>
                  <a:lnTo>
                    <a:pt x="117703" y="694423"/>
                  </a:lnTo>
                  <a:lnTo>
                    <a:pt x="116014" y="688086"/>
                  </a:lnTo>
                  <a:lnTo>
                    <a:pt x="114604" y="681761"/>
                  </a:lnTo>
                  <a:lnTo>
                    <a:pt x="99644" y="628789"/>
                  </a:lnTo>
                  <a:lnTo>
                    <a:pt x="87706" y="582104"/>
                  </a:lnTo>
                  <a:lnTo>
                    <a:pt x="76923" y="535127"/>
                  </a:lnTo>
                  <a:lnTo>
                    <a:pt x="67322" y="487895"/>
                  </a:lnTo>
                  <a:lnTo>
                    <a:pt x="58864" y="440436"/>
                  </a:lnTo>
                  <a:lnTo>
                    <a:pt x="51536" y="392811"/>
                  </a:lnTo>
                  <a:lnTo>
                    <a:pt x="45364" y="345033"/>
                  </a:lnTo>
                  <a:lnTo>
                    <a:pt x="40297" y="297141"/>
                  </a:lnTo>
                  <a:lnTo>
                    <a:pt x="36360" y="249174"/>
                  </a:lnTo>
                  <a:lnTo>
                    <a:pt x="33528" y="201168"/>
                  </a:lnTo>
                  <a:lnTo>
                    <a:pt x="29400" y="189318"/>
                  </a:lnTo>
                  <a:lnTo>
                    <a:pt x="24574" y="178308"/>
                  </a:lnTo>
                  <a:lnTo>
                    <a:pt x="20015" y="167309"/>
                  </a:lnTo>
                  <a:lnTo>
                    <a:pt x="16764" y="155448"/>
                  </a:lnTo>
                  <a:lnTo>
                    <a:pt x="10922" y="142951"/>
                  </a:lnTo>
                  <a:lnTo>
                    <a:pt x="6667" y="130873"/>
                  </a:lnTo>
                  <a:lnTo>
                    <a:pt x="3251" y="119659"/>
                  </a:lnTo>
                  <a:lnTo>
                    <a:pt x="0" y="109728"/>
                  </a:lnTo>
                  <a:lnTo>
                    <a:pt x="482" y="163372"/>
                  </a:lnTo>
                  <a:lnTo>
                    <a:pt x="2006" y="217081"/>
                  </a:lnTo>
                  <a:lnTo>
                    <a:pt x="4673" y="270764"/>
                  </a:lnTo>
                  <a:lnTo>
                    <a:pt x="8597" y="324319"/>
                  </a:lnTo>
                  <a:lnTo>
                    <a:pt x="13881" y="377634"/>
                  </a:lnTo>
                  <a:lnTo>
                    <a:pt x="20624" y="430606"/>
                  </a:lnTo>
                  <a:lnTo>
                    <a:pt x="28943" y="483108"/>
                  </a:lnTo>
                  <a:lnTo>
                    <a:pt x="29476" y="484416"/>
                  </a:lnTo>
                  <a:lnTo>
                    <a:pt x="38874" y="533882"/>
                  </a:lnTo>
                  <a:lnTo>
                    <a:pt x="50088" y="585216"/>
                  </a:lnTo>
                  <a:lnTo>
                    <a:pt x="62166" y="636562"/>
                  </a:lnTo>
                  <a:lnTo>
                    <a:pt x="74663" y="687336"/>
                  </a:lnTo>
                  <a:lnTo>
                    <a:pt x="77863" y="697357"/>
                  </a:lnTo>
                  <a:lnTo>
                    <a:pt x="80772" y="706958"/>
                  </a:lnTo>
                  <a:lnTo>
                    <a:pt x="107010" y="770953"/>
                  </a:lnTo>
                  <a:lnTo>
                    <a:pt x="127393" y="816038"/>
                  </a:lnTo>
                  <a:lnTo>
                    <a:pt x="148196" y="860615"/>
                  </a:lnTo>
                  <a:lnTo>
                    <a:pt x="169672" y="904608"/>
                  </a:lnTo>
                  <a:lnTo>
                    <a:pt x="192024" y="947940"/>
                  </a:lnTo>
                  <a:lnTo>
                    <a:pt x="213360" y="947940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0979" y="1842516"/>
            <a:ext cx="10308336" cy="4943856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15646" y="1837182"/>
          <a:ext cx="10395585" cy="4939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9530"/>
                <a:gridCol w="568325"/>
                <a:gridCol w="568325"/>
                <a:gridCol w="618490"/>
                <a:gridCol w="580390"/>
                <a:gridCol w="604520"/>
                <a:gridCol w="593725"/>
                <a:gridCol w="468629"/>
                <a:gridCol w="690879"/>
                <a:gridCol w="480695"/>
              </a:tblGrid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Atividades/Mês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Jan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Fev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Mar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Abr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Mai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Jun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4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Jul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Ago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Set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Levantamento</a:t>
                      </a:r>
                      <a:r>
                        <a:rPr dirty="0" sz="175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75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referências</a:t>
                      </a:r>
                      <a:r>
                        <a:rPr dirty="0" sz="175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bibliográficas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Estudo</a:t>
                      </a:r>
                      <a:r>
                        <a:rPr dirty="0" sz="175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da</a:t>
                      </a:r>
                      <a:r>
                        <a:rPr dirty="0" sz="175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linguagem</a:t>
                      </a:r>
                      <a:r>
                        <a:rPr dirty="0" sz="175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20">
                          <a:latin typeface="Century Gothic"/>
                          <a:cs typeface="Century Gothic"/>
                        </a:rPr>
                        <a:t>JAVA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Levantamento</a:t>
                      </a:r>
                      <a:r>
                        <a:rPr dirty="0" sz="175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75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requisitos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Definição</a:t>
                      </a:r>
                      <a:r>
                        <a:rPr dirty="0" sz="175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</a:t>
                      </a:r>
                      <a:r>
                        <a:rPr dirty="0" sz="175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35">
                          <a:latin typeface="Century Gothic"/>
                          <a:cs typeface="Century Gothic"/>
                        </a:rPr>
                        <a:t>UC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Elaboração</a:t>
                      </a:r>
                      <a:r>
                        <a:rPr dirty="0" sz="175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Diagrama</a:t>
                      </a:r>
                      <a:r>
                        <a:rPr dirty="0" sz="175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75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Classes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Escrita</a:t>
                      </a:r>
                      <a:r>
                        <a:rPr dirty="0" sz="175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da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Qualificação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Exame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 Qualificação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Definição</a:t>
                      </a:r>
                      <a:r>
                        <a:rPr dirty="0" sz="175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</a:t>
                      </a:r>
                      <a:r>
                        <a:rPr dirty="0" sz="175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Banco</a:t>
                      </a:r>
                      <a:r>
                        <a:rPr dirty="0" sz="1750" spc="-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de</a:t>
                      </a:r>
                      <a:r>
                        <a:rPr dirty="0" sz="175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Dados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Implementação</a:t>
                      </a:r>
                      <a:r>
                        <a:rPr dirty="0" sz="175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dos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módulos</a:t>
                      </a:r>
                      <a:r>
                        <a:rPr dirty="0" sz="175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dirty="0" sz="175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e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50">
                          <a:latin typeface="Century Gothic"/>
                          <a:cs typeface="Century Gothic"/>
                        </a:rPr>
                        <a:t>B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Implementação</a:t>
                      </a:r>
                      <a:r>
                        <a:rPr dirty="0" sz="175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dos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módulos</a:t>
                      </a:r>
                      <a:r>
                        <a:rPr dirty="0" sz="175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C</a:t>
                      </a:r>
                      <a:r>
                        <a:rPr dirty="0" sz="1750" spc="-1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e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50">
                          <a:latin typeface="Century Gothic"/>
                          <a:cs typeface="Century Gothic"/>
                        </a:rPr>
                        <a:t>D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 spc="-25">
                          <a:latin typeface="Century Gothic"/>
                          <a:cs typeface="Century Gothic"/>
                        </a:rPr>
                        <a:t>...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>
                          <a:latin typeface="Century Gothic"/>
                          <a:cs typeface="Century Gothic"/>
                        </a:rPr>
                        <a:t>Escrita</a:t>
                      </a:r>
                      <a:r>
                        <a:rPr dirty="0" sz="175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da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versão</a:t>
                      </a:r>
                      <a:r>
                        <a:rPr dirty="0" sz="175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final</a:t>
                      </a:r>
                      <a:r>
                        <a:rPr dirty="0" sz="175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>
                          <a:latin typeface="Century Gothic"/>
                          <a:cs typeface="Century Gothic"/>
                        </a:rPr>
                        <a:t>do</a:t>
                      </a:r>
                      <a:r>
                        <a:rPr dirty="0" sz="1750" spc="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750" spc="-25">
                          <a:latin typeface="Century Gothic"/>
                          <a:cs typeface="Century Gothic"/>
                        </a:rPr>
                        <a:t>TCC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50" spc="-10">
                          <a:latin typeface="Century Gothic"/>
                          <a:cs typeface="Century Gothic"/>
                        </a:rPr>
                        <a:t>Defesa</a:t>
                      </a:r>
                      <a:endParaRPr sz="1750">
                        <a:latin typeface="Century Gothic"/>
                        <a:cs typeface="Century Gothic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50" spc="-50">
                          <a:latin typeface="Century Gothic"/>
                          <a:cs typeface="Century Gothic"/>
                        </a:rPr>
                        <a:t>X</a:t>
                      </a:r>
                      <a:endParaRPr sz="1550">
                        <a:latin typeface="Century Gothic"/>
                        <a:cs typeface="Century Gothic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555"/>
            <a:ext cx="1397000" cy="443865"/>
          </a:xfrm>
          <a:custGeom>
            <a:avLst/>
            <a:gdLst/>
            <a:ahLst/>
            <a:cxnLst/>
            <a:rect l="l" t="t" r="r" b="b"/>
            <a:pathLst>
              <a:path w="1397000" h="443864">
                <a:moveTo>
                  <a:pt x="1181100" y="443484"/>
                </a:moveTo>
                <a:lnTo>
                  <a:pt x="1092708" y="443484"/>
                </a:lnTo>
                <a:lnTo>
                  <a:pt x="0" y="440444"/>
                </a:lnTo>
                <a:lnTo>
                  <a:pt x="0" y="146699"/>
                </a:lnTo>
                <a:lnTo>
                  <a:pt x="1524" y="0"/>
                </a:lnTo>
                <a:lnTo>
                  <a:pt x="1092708" y="1524"/>
                </a:lnTo>
                <a:lnTo>
                  <a:pt x="1176528" y="1524"/>
                </a:lnTo>
                <a:lnTo>
                  <a:pt x="1181100" y="4572"/>
                </a:lnTo>
                <a:lnTo>
                  <a:pt x="1185672" y="4572"/>
                </a:lnTo>
                <a:lnTo>
                  <a:pt x="1185672" y="9144"/>
                </a:lnTo>
                <a:lnTo>
                  <a:pt x="1188720" y="9144"/>
                </a:lnTo>
                <a:lnTo>
                  <a:pt x="1389888" y="210312"/>
                </a:lnTo>
                <a:lnTo>
                  <a:pt x="1395031" y="216265"/>
                </a:lnTo>
                <a:lnTo>
                  <a:pt x="1396746" y="222504"/>
                </a:lnTo>
                <a:lnTo>
                  <a:pt x="1395031" y="228742"/>
                </a:lnTo>
                <a:lnTo>
                  <a:pt x="1389888" y="234696"/>
                </a:lnTo>
                <a:lnTo>
                  <a:pt x="1185672" y="438912"/>
                </a:lnTo>
                <a:lnTo>
                  <a:pt x="1185672" y="440436"/>
                </a:lnTo>
                <a:lnTo>
                  <a:pt x="1181100" y="443484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begos</dc:creator>
  <dc:title>Microsoft PowerPoint - Apresentação do TCC Agosto</dc:title>
  <dcterms:created xsi:type="dcterms:W3CDTF">2026-08-10T11:52:49Z</dcterms:created>
  <dcterms:modified xsi:type="dcterms:W3CDTF">2026-08-10T11:52:49Z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2023-08-14T00:00:00Z</vt:filetime>
  </property>
  <property fmtid="{D5CDD505-2E9C-101B-9397-08002B2CF9AE}" pid="4" name="LastSaved">
    <vt:filetime>2026-08-10T00:00:00Z</vt:filetime>
  </property>
  <property fmtid="{D5CDD505-2E9C-101B-9397-08002B2CF9AE}" pid="5" name="Producer">
    <vt:lpwstr>3-Heights(TM) PDF Security Shell 4.8.25.2 (http://www.pdf-tools.com)</vt:lpwstr>
  </property>
</Properties>
</file>